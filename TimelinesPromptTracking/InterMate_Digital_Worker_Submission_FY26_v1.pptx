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9"/>
  </p:notesMasterIdLst>
  <p:handoutMasterIdLst>
    <p:handoutMasterId r:id="rId10"/>
  </p:handoutMasterIdLst>
  <p:sldIdLst>
    <p:sldId id="2147309741" r:id="rId2"/>
    <p:sldId id="2147309736" r:id="rId3"/>
    <p:sldId id="2147309742" r:id="rId4"/>
    <p:sldId id="2147309738" r:id="rId5"/>
    <p:sldId id="2147309739" r:id="rId6"/>
    <p:sldId id="2147309744" r:id="rId7"/>
    <p:sldId id="2147309740" r:id="rId8"/>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l slides" id="{69C79F6C-AA55-485D-BB9F-DB342B159076}">
          <p14:sldIdLst>
            <p14:sldId id="2147309741"/>
          </p14:sldIdLst>
        </p14:section>
        <p14:section name="Oracle Code Assist (OCA) Hackathon 2026" id="{C3F40FEB-5F4C-4D46-97D8-ED3327DEC9A9}">
          <p14:sldIdLst>
            <p14:sldId id="2147309736"/>
            <p14:sldId id="2147309742"/>
            <p14:sldId id="2147309738"/>
            <p14:sldId id="2147309739"/>
            <p14:sldId id="2147309744"/>
            <p14:sldId id="21473097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3D32"/>
    <a:srgbClr val="FDFEFE"/>
    <a:srgbClr val="FEFEFE"/>
    <a:srgbClr val="FFFEFE"/>
    <a:srgbClr val="FFFFFD"/>
    <a:srgbClr val="FFFFFE"/>
    <a:srgbClr val="FFFEFF"/>
    <a:srgbClr val="FEFFFF"/>
    <a:srgbClr val="FFFFFF"/>
    <a:srgbClr val="FF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8B4117-FC24-E844-A540-F29CE8612293}" v="33" dt="2026-04-14T21:31:56.606"/>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82" autoAdjust="0"/>
    <p:restoredTop sz="96217" autoAdjust="0"/>
  </p:normalViewPr>
  <p:slideViewPr>
    <p:cSldViewPr snapToGrid="0" showGuides="1">
      <p:cViewPr varScale="1">
        <p:scale>
          <a:sx n="117" d="100"/>
          <a:sy n="117" d="100"/>
        </p:scale>
        <p:origin x="928" y="176"/>
      </p:cViewPr>
      <p:guideLst>
        <p:guide orient="horz" pos="2160"/>
        <p:guide pos="3840"/>
      </p:guideLst>
    </p:cSldViewPr>
  </p:slideViewPr>
  <p:outlineViewPr>
    <p:cViewPr>
      <p:scale>
        <a:sx n="33" d="100"/>
        <a:sy n="33" d="100"/>
      </p:scale>
      <p:origin x="0" y="-22096"/>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0" d="100"/>
          <a:sy n="50" d="100"/>
        </p:scale>
        <p:origin x="2804" y="44"/>
      </p:cViewPr>
      <p:guideLst>
        <p:guide orient="horz" pos="3888"/>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Mahna" userId="0761b8e9-9da5-4f1b-88e2-204fc9624ede" providerId="ADAL" clId="{EBA9306C-6C45-5DAC-99E7-6E7E6D7431F6}"/>
    <pc:docChg chg="undo custSel mod addSld delSld modSld sldOrd modMainMaster modSection">
      <pc:chgData name="Gaurav Mahna" userId="0761b8e9-9da5-4f1b-88e2-204fc9624ede" providerId="ADAL" clId="{EBA9306C-6C45-5DAC-99E7-6E7E6D7431F6}" dt="2026-04-14T21:35:15.433" v="817" actId="113"/>
      <pc:docMkLst>
        <pc:docMk/>
      </pc:docMkLst>
      <pc:sldChg chg="modSp mod modClrScheme chgLayout">
        <pc:chgData name="Gaurav Mahna" userId="0761b8e9-9da5-4f1b-88e2-204fc9624ede" providerId="ADAL" clId="{EBA9306C-6C45-5DAC-99E7-6E7E6D7431F6}" dt="2026-04-14T21:28:05.186" v="661" actId="20577"/>
        <pc:sldMkLst>
          <pc:docMk/>
          <pc:sldMk cId="719301013" sldId="2147309736"/>
        </pc:sldMkLst>
        <pc:spChg chg="mod ord">
          <ac:chgData name="Gaurav Mahna" userId="0761b8e9-9da5-4f1b-88e2-204fc9624ede" providerId="ADAL" clId="{EBA9306C-6C45-5DAC-99E7-6E7E6D7431F6}" dt="2026-04-14T21:08:13.336" v="363" actId="700"/>
          <ac:spMkLst>
            <pc:docMk/>
            <pc:sldMk cId="719301013" sldId="2147309736"/>
            <ac:spMk id="6" creationId="{6AB0048F-1B5A-6567-9824-36E5FAE5EC7D}"/>
          </ac:spMkLst>
        </pc:spChg>
        <pc:spChg chg="mod ord">
          <ac:chgData name="Gaurav Mahna" userId="0761b8e9-9da5-4f1b-88e2-204fc9624ede" providerId="ADAL" clId="{EBA9306C-6C45-5DAC-99E7-6E7E6D7431F6}" dt="2026-04-14T21:08:13.336" v="363" actId="700"/>
          <ac:spMkLst>
            <pc:docMk/>
            <pc:sldMk cId="719301013" sldId="2147309736"/>
            <ac:spMk id="7" creationId="{82C38EA8-9123-4F3C-15A0-29446CAC0196}"/>
          </ac:spMkLst>
        </pc:spChg>
        <pc:spChg chg="mod">
          <ac:chgData name="Gaurav Mahna" userId="0761b8e9-9da5-4f1b-88e2-204fc9624ede" providerId="ADAL" clId="{EBA9306C-6C45-5DAC-99E7-6E7E6D7431F6}" dt="2026-04-14T20:58:35.155" v="169" actId="14100"/>
          <ac:spMkLst>
            <pc:docMk/>
            <pc:sldMk cId="719301013" sldId="2147309736"/>
            <ac:spMk id="8" creationId="{EC12C7E3-8700-0761-6D88-982FB11AFF9A}"/>
          </ac:spMkLst>
        </pc:spChg>
        <pc:spChg chg="mod">
          <ac:chgData name="Gaurav Mahna" userId="0761b8e9-9da5-4f1b-88e2-204fc9624ede" providerId="ADAL" clId="{EBA9306C-6C45-5DAC-99E7-6E7E6D7431F6}" dt="2026-04-14T21:27:45.815" v="650" actId="20577"/>
          <ac:spMkLst>
            <pc:docMk/>
            <pc:sldMk cId="719301013" sldId="2147309736"/>
            <ac:spMk id="9" creationId="{2261FFC2-D1D7-EEE4-5BB5-D42E6D3FDF3B}"/>
          </ac:spMkLst>
        </pc:spChg>
        <pc:spChg chg="mod">
          <ac:chgData name="Gaurav Mahna" userId="0761b8e9-9da5-4f1b-88e2-204fc9624ede" providerId="ADAL" clId="{EBA9306C-6C45-5DAC-99E7-6E7E6D7431F6}" dt="2026-04-14T21:28:05.186" v="661" actId="20577"/>
          <ac:spMkLst>
            <pc:docMk/>
            <pc:sldMk cId="719301013" sldId="2147309736"/>
            <ac:spMk id="10" creationId="{E06FAF0C-F4F0-C4B0-8F2C-E4B185FB919A}"/>
          </ac:spMkLst>
        </pc:spChg>
        <pc:spChg chg="mod">
          <ac:chgData name="Gaurav Mahna" userId="0761b8e9-9da5-4f1b-88e2-204fc9624ede" providerId="ADAL" clId="{EBA9306C-6C45-5DAC-99E7-6E7E6D7431F6}" dt="2026-04-14T21:27:57.979" v="655" actId="20577"/>
          <ac:spMkLst>
            <pc:docMk/>
            <pc:sldMk cId="719301013" sldId="2147309736"/>
            <ac:spMk id="11" creationId="{42D9BF8A-826F-B2CA-6452-84C67A642710}"/>
          </ac:spMkLst>
        </pc:spChg>
      </pc:sldChg>
      <pc:sldChg chg="addSp delSp modSp del mod ord">
        <pc:chgData name="Gaurav Mahna" userId="0761b8e9-9da5-4f1b-88e2-204fc9624ede" providerId="ADAL" clId="{EBA9306C-6C45-5DAC-99E7-6E7E6D7431F6}" dt="2026-04-14T21:20:54.263" v="520" actId="2696"/>
        <pc:sldMkLst>
          <pc:docMk/>
          <pc:sldMk cId="2787028869" sldId="2147309737"/>
        </pc:sldMkLst>
        <pc:spChg chg="mod">
          <ac:chgData name="Gaurav Mahna" userId="0761b8e9-9da5-4f1b-88e2-204fc9624ede" providerId="ADAL" clId="{EBA9306C-6C45-5DAC-99E7-6E7E6D7431F6}" dt="2026-04-14T21:03:27.635" v="334" actId="20577"/>
          <ac:spMkLst>
            <pc:docMk/>
            <pc:sldMk cId="2787028869" sldId="2147309737"/>
            <ac:spMk id="9" creationId="{63C68903-4AE1-A0A9-5B8A-87D79585F10B}"/>
          </ac:spMkLst>
        </pc:spChg>
        <pc:spChg chg="mod">
          <ac:chgData name="Gaurav Mahna" userId="0761b8e9-9da5-4f1b-88e2-204fc9624ede" providerId="ADAL" clId="{EBA9306C-6C45-5DAC-99E7-6E7E6D7431F6}" dt="2026-04-14T21:04:32.196" v="339"/>
          <ac:spMkLst>
            <pc:docMk/>
            <pc:sldMk cId="2787028869" sldId="2147309737"/>
            <ac:spMk id="11" creationId="{BAF434FA-5750-FD7F-8A8F-D1AD6117AA02}"/>
          </ac:spMkLst>
        </pc:spChg>
        <pc:spChg chg="add del">
          <ac:chgData name="Gaurav Mahna" userId="0761b8e9-9da5-4f1b-88e2-204fc9624ede" providerId="ADAL" clId="{EBA9306C-6C45-5DAC-99E7-6E7E6D7431F6}" dt="2026-04-14T21:04:29.103" v="336" actId="478"/>
          <ac:spMkLst>
            <pc:docMk/>
            <pc:sldMk cId="2787028869" sldId="2147309737"/>
            <ac:spMk id="12" creationId="{6A89634A-2BF4-5293-0C6F-6D278420FAAF}"/>
          </ac:spMkLst>
        </pc:spChg>
      </pc:sldChg>
      <pc:sldChg chg="addSp delSp modSp mod chgLayout">
        <pc:chgData name="Gaurav Mahna" userId="0761b8e9-9da5-4f1b-88e2-204fc9624ede" providerId="ADAL" clId="{EBA9306C-6C45-5DAC-99E7-6E7E6D7431F6}" dt="2026-04-14T21:34:18.981" v="774" actId="20577"/>
        <pc:sldMkLst>
          <pc:docMk/>
          <pc:sldMk cId="2866509743" sldId="2147309738"/>
        </pc:sldMkLst>
        <pc:spChg chg="mod ord">
          <ac:chgData name="Gaurav Mahna" userId="0761b8e9-9da5-4f1b-88e2-204fc9624ede" providerId="ADAL" clId="{EBA9306C-6C45-5DAC-99E7-6E7E6D7431F6}" dt="2026-04-14T21:16:47.017" v="467" actId="14100"/>
          <ac:spMkLst>
            <pc:docMk/>
            <pc:sldMk cId="2866509743" sldId="2147309738"/>
            <ac:spMk id="2" creationId="{E452138A-C018-89E4-30C2-94AFD2BE821C}"/>
          </ac:spMkLst>
        </pc:spChg>
        <pc:spChg chg="mod ord">
          <ac:chgData name="Gaurav Mahna" userId="0761b8e9-9da5-4f1b-88e2-204fc9624ede" providerId="ADAL" clId="{EBA9306C-6C45-5DAC-99E7-6E7E6D7431F6}" dt="2026-04-14T21:16:40.941" v="466" actId="700"/>
          <ac:spMkLst>
            <pc:docMk/>
            <pc:sldMk cId="2866509743" sldId="2147309738"/>
            <ac:spMk id="3" creationId="{6A0B9106-960E-221A-F2F5-E524C05F78D9}"/>
          </ac:spMkLst>
        </pc:spChg>
        <pc:spChg chg="mod">
          <ac:chgData name="Gaurav Mahna" userId="0761b8e9-9da5-4f1b-88e2-204fc9624ede" providerId="ADAL" clId="{EBA9306C-6C45-5DAC-99E7-6E7E6D7431F6}" dt="2026-04-14T21:34:18.981" v="774" actId="20577"/>
          <ac:spMkLst>
            <pc:docMk/>
            <pc:sldMk cId="2866509743" sldId="2147309738"/>
            <ac:spMk id="4" creationId="{FF1D4EC5-0B71-5C48-FC8B-5DC87FA3A3CD}"/>
          </ac:spMkLst>
        </pc:spChg>
        <pc:spChg chg="add del mod">
          <ac:chgData name="Gaurav Mahna" userId="0761b8e9-9da5-4f1b-88e2-204fc9624ede" providerId="ADAL" clId="{EBA9306C-6C45-5DAC-99E7-6E7E6D7431F6}" dt="2026-04-14T21:16:24.711" v="465" actId="478"/>
          <ac:spMkLst>
            <pc:docMk/>
            <pc:sldMk cId="2866509743" sldId="2147309738"/>
            <ac:spMk id="6" creationId="{9686A9BC-7406-0DA0-C7E3-702BB879D0F0}"/>
          </ac:spMkLst>
        </pc:spChg>
      </pc:sldChg>
      <pc:sldChg chg="modSp mod modClrScheme chgLayout">
        <pc:chgData name="Gaurav Mahna" userId="0761b8e9-9da5-4f1b-88e2-204fc9624ede" providerId="ADAL" clId="{EBA9306C-6C45-5DAC-99E7-6E7E6D7431F6}" dt="2026-04-14T21:34:51.469" v="814" actId="20577"/>
        <pc:sldMkLst>
          <pc:docMk/>
          <pc:sldMk cId="4259970149" sldId="2147309739"/>
        </pc:sldMkLst>
        <pc:spChg chg="mod ord">
          <ac:chgData name="Gaurav Mahna" userId="0761b8e9-9da5-4f1b-88e2-204fc9624ede" providerId="ADAL" clId="{EBA9306C-6C45-5DAC-99E7-6E7E6D7431F6}" dt="2026-04-14T21:21:31.170" v="524" actId="20577"/>
          <ac:spMkLst>
            <pc:docMk/>
            <pc:sldMk cId="4259970149" sldId="2147309739"/>
            <ac:spMk id="8" creationId="{2B73A035-07E8-5BF9-1C7F-515A220F9EAA}"/>
          </ac:spMkLst>
        </pc:spChg>
        <pc:spChg chg="mod ord">
          <ac:chgData name="Gaurav Mahna" userId="0761b8e9-9da5-4f1b-88e2-204fc9624ede" providerId="ADAL" clId="{EBA9306C-6C45-5DAC-99E7-6E7E6D7431F6}" dt="2026-04-14T21:34:51.469" v="814" actId="20577"/>
          <ac:spMkLst>
            <pc:docMk/>
            <pc:sldMk cId="4259970149" sldId="2147309739"/>
            <ac:spMk id="9" creationId="{BBC0289D-CD2B-8C62-53D5-2FE1953311DE}"/>
          </ac:spMkLst>
        </pc:spChg>
        <pc:spChg chg="mod ord">
          <ac:chgData name="Gaurav Mahna" userId="0761b8e9-9da5-4f1b-88e2-204fc9624ede" providerId="ADAL" clId="{EBA9306C-6C45-5DAC-99E7-6E7E6D7431F6}" dt="2026-04-14T21:21:20.375" v="522" actId="700"/>
          <ac:spMkLst>
            <pc:docMk/>
            <pc:sldMk cId="4259970149" sldId="2147309739"/>
            <ac:spMk id="10" creationId="{C6FB5E47-2DFE-B7C9-5BDC-A64C03ECAF11}"/>
          </ac:spMkLst>
        </pc:spChg>
      </pc:sldChg>
      <pc:sldChg chg="mod chgLayout">
        <pc:chgData name="Gaurav Mahna" userId="0761b8e9-9da5-4f1b-88e2-204fc9624ede" providerId="ADAL" clId="{EBA9306C-6C45-5DAC-99E7-6E7E6D7431F6}" dt="2026-04-14T21:29:07.585" v="663" actId="700"/>
        <pc:sldMkLst>
          <pc:docMk/>
          <pc:sldMk cId="2597701410" sldId="2147309740"/>
        </pc:sldMkLst>
      </pc:sldChg>
      <pc:sldChg chg="addSp delSp modSp mod">
        <pc:chgData name="Gaurav Mahna" userId="0761b8e9-9da5-4f1b-88e2-204fc9624ede" providerId="ADAL" clId="{EBA9306C-6C45-5DAC-99E7-6E7E6D7431F6}" dt="2026-04-14T20:54:55.660" v="146" actId="20577"/>
        <pc:sldMkLst>
          <pc:docMk/>
          <pc:sldMk cId="2765773327" sldId="2147309741"/>
        </pc:sldMkLst>
        <pc:spChg chg="mod">
          <ac:chgData name="Gaurav Mahna" userId="0761b8e9-9da5-4f1b-88e2-204fc9624ede" providerId="ADAL" clId="{EBA9306C-6C45-5DAC-99E7-6E7E6D7431F6}" dt="2026-04-14T20:50:07.081" v="14" actId="21"/>
          <ac:spMkLst>
            <pc:docMk/>
            <pc:sldMk cId="2765773327" sldId="2147309741"/>
            <ac:spMk id="2" creationId="{6C73453B-EFD8-5FC7-03F7-1F4496657E65}"/>
          </ac:spMkLst>
        </pc:spChg>
        <pc:spChg chg="mod">
          <ac:chgData name="Gaurav Mahna" userId="0761b8e9-9da5-4f1b-88e2-204fc9624ede" providerId="ADAL" clId="{EBA9306C-6C45-5DAC-99E7-6E7E6D7431F6}" dt="2026-04-14T20:52:32.220" v="32" actId="20577"/>
          <ac:spMkLst>
            <pc:docMk/>
            <pc:sldMk cId="2765773327" sldId="2147309741"/>
            <ac:spMk id="4" creationId="{187DE8AA-FF01-4C66-0848-8E6BE2545B45}"/>
          </ac:spMkLst>
        </pc:spChg>
        <pc:spChg chg="mod">
          <ac:chgData name="Gaurav Mahna" userId="0761b8e9-9da5-4f1b-88e2-204fc9624ede" providerId="ADAL" clId="{EBA9306C-6C45-5DAC-99E7-6E7E6D7431F6}" dt="2026-04-14T20:54:55.660" v="146" actId="20577"/>
          <ac:spMkLst>
            <pc:docMk/>
            <pc:sldMk cId="2765773327" sldId="2147309741"/>
            <ac:spMk id="5" creationId="{F631E3D4-4D3A-F4EE-8086-666E7370E285}"/>
          </ac:spMkLst>
        </pc:spChg>
        <pc:spChg chg="add mod">
          <ac:chgData name="Gaurav Mahna" userId="0761b8e9-9da5-4f1b-88e2-204fc9624ede" providerId="ADAL" clId="{EBA9306C-6C45-5DAC-99E7-6E7E6D7431F6}" dt="2026-04-14T20:50:23.011" v="18" actId="1076"/>
          <ac:spMkLst>
            <pc:docMk/>
            <pc:sldMk cId="2765773327" sldId="2147309741"/>
            <ac:spMk id="7" creationId="{FE0BF67F-F48F-2F13-71BB-1602C5DE94DA}"/>
          </ac:spMkLst>
        </pc:spChg>
        <pc:spChg chg="add del mod">
          <ac:chgData name="Gaurav Mahna" userId="0761b8e9-9da5-4f1b-88e2-204fc9624ede" providerId="ADAL" clId="{EBA9306C-6C45-5DAC-99E7-6E7E6D7431F6}" dt="2026-04-14T20:52:30.441" v="29" actId="22"/>
          <ac:spMkLst>
            <pc:docMk/>
            <pc:sldMk cId="2765773327" sldId="2147309741"/>
            <ac:spMk id="9" creationId="{3B1709C4-EC9A-7AC9-36ED-00ACEBAF219C}"/>
          </ac:spMkLst>
        </pc:spChg>
        <pc:spChg chg="add mod">
          <ac:chgData name="Gaurav Mahna" userId="0761b8e9-9da5-4f1b-88e2-204fc9624ede" providerId="ADAL" clId="{EBA9306C-6C45-5DAC-99E7-6E7E6D7431F6}" dt="2026-04-14T20:54:51.093" v="145" actId="20577"/>
          <ac:spMkLst>
            <pc:docMk/>
            <pc:sldMk cId="2765773327" sldId="2147309741"/>
            <ac:spMk id="10" creationId="{14AB37BF-F6D4-C5FF-0EBC-E71D1A476985}"/>
          </ac:spMkLst>
        </pc:spChg>
      </pc:sldChg>
      <pc:sldChg chg="addSp delSp modSp add mod modClrScheme chgLayout">
        <pc:chgData name="Gaurav Mahna" userId="0761b8e9-9da5-4f1b-88e2-204fc9624ede" providerId="ADAL" clId="{EBA9306C-6C45-5DAC-99E7-6E7E6D7431F6}" dt="2026-04-14T21:13:48.050" v="457" actId="1076"/>
        <pc:sldMkLst>
          <pc:docMk/>
          <pc:sldMk cId="1231368714" sldId="2147309742"/>
        </pc:sldMkLst>
        <pc:spChg chg="add mod">
          <ac:chgData name="Gaurav Mahna" userId="0761b8e9-9da5-4f1b-88e2-204fc9624ede" providerId="ADAL" clId="{EBA9306C-6C45-5DAC-99E7-6E7E6D7431F6}" dt="2026-04-14T21:06:50.469" v="342"/>
          <ac:spMkLst>
            <pc:docMk/>
            <pc:sldMk cId="1231368714" sldId="2147309742"/>
            <ac:spMk id="2" creationId="{DFD933AA-26D3-3A6E-62E0-A8F3C1C8177C}"/>
          </ac:spMkLst>
        </pc:spChg>
        <pc:spChg chg="add mod">
          <ac:chgData name="Gaurav Mahna" userId="0761b8e9-9da5-4f1b-88e2-204fc9624ede" providerId="ADAL" clId="{EBA9306C-6C45-5DAC-99E7-6E7E6D7431F6}" dt="2026-04-14T21:06:50.469" v="342"/>
          <ac:spMkLst>
            <pc:docMk/>
            <pc:sldMk cId="1231368714" sldId="2147309742"/>
            <ac:spMk id="3" creationId="{0DA43EF2-378E-EF7D-933B-AA82406FCEA7}"/>
          </ac:spMkLst>
        </pc:spChg>
        <pc:spChg chg="add mod">
          <ac:chgData name="Gaurav Mahna" userId="0761b8e9-9da5-4f1b-88e2-204fc9624ede" providerId="ADAL" clId="{EBA9306C-6C45-5DAC-99E7-6E7E6D7431F6}" dt="2026-04-14T21:06:50.469" v="342"/>
          <ac:spMkLst>
            <pc:docMk/>
            <pc:sldMk cId="1231368714" sldId="2147309742"/>
            <ac:spMk id="4" creationId="{D9F8EDC9-9E43-3396-8288-5E75AA95ABE5}"/>
          </ac:spMkLst>
        </pc:spChg>
        <pc:spChg chg="add del mod">
          <ac:chgData name="Gaurav Mahna" userId="0761b8e9-9da5-4f1b-88e2-204fc9624ede" providerId="ADAL" clId="{EBA9306C-6C45-5DAC-99E7-6E7E6D7431F6}" dt="2026-04-14T21:07:01.796" v="344" actId="478"/>
          <ac:spMkLst>
            <pc:docMk/>
            <pc:sldMk cId="1231368714" sldId="2147309742"/>
            <ac:spMk id="5" creationId="{9CE77B0C-0714-CE31-C919-8CA128FFE41D}"/>
          </ac:spMkLst>
        </pc:spChg>
        <pc:spChg chg="add del mod">
          <ac:chgData name="Gaurav Mahna" userId="0761b8e9-9da5-4f1b-88e2-204fc9624ede" providerId="ADAL" clId="{EBA9306C-6C45-5DAC-99E7-6E7E6D7431F6}" dt="2026-04-14T21:07:01.796" v="344" actId="478"/>
          <ac:spMkLst>
            <pc:docMk/>
            <pc:sldMk cId="1231368714" sldId="2147309742"/>
            <ac:spMk id="6" creationId="{0D51C13A-54C5-A084-AA71-134D16B82480}"/>
          </ac:spMkLst>
        </pc:spChg>
        <pc:spChg chg="add del mod">
          <ac:chgData name="Gaurav Mahna" userId="0761b8e9-9da5-4f1b-88e2-204fc9624ede" providerId="ADAL" clId="{EBA9306C-6C45-5DAC-99E7-6E7E6D7431F6}" dt="2026-04-14T21:07:01.796" v="344" actId="478"/>
          <ac:spMkLst>
            <pc:docMk/>
            <pc:sldMk cId="1231368714" sldId="2147309742"/>
            <ac:spMk id="7" creationId="{2C9E655C-2499-B453-938B-3085754DE9E2}"/>
          </ac:spMkLst>
        </pc:spChg>
        <pc:spChg chg="del mod ord">
          <ac:chgData name="Gaurav Mahna" userId="0761b8e9-9da5-4f1b-88e2-204fc9624ede" providerId="ADAL" clId="{EBA9306C-6C45-5DAC-99E7-6E7E6D7431F6}" dt="2026-04-14T21:09:21.734" v="365" actId="700"/>
          <ac:spMkLst>
            <pc:docMk/>
            <pc:sldMk cId="1231368714" sldId="2147309742"/>
            <ac:spMk id="8" creationId="{98E0D878-2407-D2E8-ECC2-E2E08630E7C0}"/>
          </ac:spMkLst>
        </pc:spChg>
        <pc:spChg chg="mod ord">
          <ac:chgData name="Gaurav Mahna" userId="0761b8e9-9da5-4f1b-88e2-204fc9624ede" providerId="ADAL" clId="{EBA9306C-6C45-5DAC-99E7-6E7E6D7431F6}" dt="2026-04-14T21:09:21.734" v="365" actId="700"/>
          <ac:spMkLst>
            <pc:docMk/>
            <pc:sldMk cId="1231368714" sldId="2147309742"/>
            <ac:spMk id="9" creationId="{C41D67A4-630A-B09D-9EC1-BED58ACB58F1}"/>
          </ac:spMkLst>
        </pc:spChg>
        <pc:spChg chg="del">
          <ac:chgData name="Gaurav Mahna" userId="0761b8e9-9da5-4f1b-88e2-204fc9624ede" providerId="ADAL" clId="{EBA9306C-6C45-5DAC-99E7-6E7E6D7431F6}" dt="2026-04-14T21:06:49.166" v="341" actId="478"/>
          <ac:spMkLst>
            <pc:docMk/>
            <pc:sldMk cId="1231368714" sldId="2147309742"/>
            <ac:spMk id="10" creationId="{7266A832-3550-70A8-2CC9-6F2387624C3C}"/>
          </ac:spMkLst>
        </pc:spChg>
        <pc:spChg chg="del">
          <ac:chgData name="Gaurav Mahna" userId="0761b8e9-9da5-4f1b-88e2-204fc9624ede" providerId="ADAL" clId="{EBA9306C-6C45-5DAC-99E7-6E7E6D7431F6}" dt="2026-04-14T21:06:49.166" v="341" actId="478"/>
          <ac:spMkLst>
            <pc:docMk/>
            <pc:sldMk cId="1231368714" sldId="2147309742"/>
            <ac:spMk id="11" creationId="{0B2C737E-BB71-A735-5790-C1EFFA078595}"/>
          </ac:spMkLst>
        </pc:spChg>
        <pc:spChg chg="del">
          <ac:chgData name="Gaurav Mahna" userId="0761b8e9-9da5-4f1b-88e2-204fc9624ede" providerId="ADAL" clId="{EBA9306C-6C45-5DAC-99E7-6E7E6D7431F6}" dt="2026-04-14T21:06:49.166" v="341" actId="478"/>
          <ac:spMkLst>
            <pc:docMk/>
            <pc:sldMk cId="1231368714" sldId="2147309742"/>
            <ac:spMk id="12" creationId="{A68492A7-EFB5-BF44-0F03-A8EDBBAB7ACC}"/>
          </ac:spMkLst>
        </pc:spChg>
        <pc:spChg chg="add del mod ord">
          <ac:chgData name="Gaurav Mahna" userId="0761b8e9-9da5-4f1b-88e2-204fc9624ede" providerId="ADAL" clId="{EBA9306C-6C45-5DAC-99E7-6E7E6D7431F6}" dt="2026-04-14T21:07:36.928" v="346" actId="700"/>
          <ac:spMkLst>
            <pc:docMk/>
            <pc:sldMk cId="1231368714" sldId="2147309742"/>
            <ac:spMk id="13" creationId="{DDF3B56D-E98D-2C57-6D6C-C028E0DC4F60}"/>
          </ac:spMkLst>
        </pc:spChg>
        <pc:spChg chg="add del mod ord">
          <ac:chgData name="Gaurav Mahna" userId="0761b8e9-9da5-4f1b-88e2-204fc9624ede" providerId="ADAL" clId="{EBA9306C-6C45-5DAC-99E7-6E7E6D7431F6}" dt="2026-04-14T21:07:36.928" v="346" actId="700"/>
          <ac:spMkLst>
            <pc:docMk/>
            <pc:sldMk cId="1231368714" sldId="2147309742"/>
            <ac:spMk id="14" creationId="{C4203FE4-D982-6A11-60E1-697F24C1ED75}"/>
          </ac:spMkLst>
        </pc:spChg>
        <pc:spChg chg="add mod ord">
          <ac:chgData name="Gaurav Mahna" userId="0761b8e9-9da5-4f1b-88e2-204fc9624ede" providerId="ADAL" clId="{EBA9306C-6C45-5DAC-99E7-6E7E6D7431F6}" dt="2026-04-14T21:09:21.734" v="365" actId="700"/>
          <ac:spMkLst>
            <pc:docMk/>
            <pc:sldMk cId="1231368714" sldId="2147309742"/>
            <ac:spMk id="15" creationId="{6FB4A373-EDC5-61C1-94FB-365E8BFD5874}"/>
          </ac:spMkLst>
        </pc:spChg>
        <pc:spChg chg="add del mod ord">
          <ac:chgData name="Gaurav Mahna" userId="0761b8e9-9da5-4f1b-88e2-204fc9624ede" providerId="ADAL" clId="{EBA9306C-6C45-5DAC-99E7-6E7E6D7431F6}" dt="2026-04-14T21:09:21.734" v="365" actId="700"/>
          <ac:spMkLst>
            <pc:docMk/>
            <pc:sldMk cId="1231368714" sldId="2147309742"/>
            <ac:spMk id="16" creationId="{FDC73C9F-7A7E-D54A-2EBF-833FF317253E}"/>
          </ac:spMkLst>
        </pc:spChg>
        <pc:spChg chg="add del mod ord">
          <ac:chgData name="Gaurav Mahna" userId="0761b8e9-9da5-4f1b-88e2-204fc9624ede" providerId="ADAL" clId="{EBA9306C-6C45-5DAC-99E7-6E7E6D7431F6}" dt="2026-04-14T21:09:21.734" v="365" actId="700"/>
          <ac:spMkLst>
            <pc:docMk/>
            <pc:sldMk cId="1231368714" sldId="2147309742"/>
            <ac:spMk id="17" creationId="{039B80F9-525E-9FA5-8E3C-E53313BA9F8F}"/>
          </ac:spMkLst>
        </pc:spChg>
        <pc:spChg chg="add mod ord">
          <ac:chgData name="Gaurav Mahna" userId="0761b8e9-9da5-4f1b-88e2-204fc9624ede" providerId="ADAL" clId="{EBA9306C-6C45-5DAC-99E7-6E7E6D7431F6}" dt="2026-04-14T21:11:26.563" v="416" actId="255"/>
          <ac:spMkLst>
            <pc:docMk/>
            <pc:sldMk cId="1231368714" sldId="2147309742"/>
            <ac:spMk id="18" creationId="{6AC839AE-FAD4-F026-C7AC-18F44F005A1D}"/>
          </ac:spMkLst>
        </pc:spChg>
        <pc:spChg chg="add mod ord">
          <ac:chgData name="Gaurav Mahna" userId="0761b8e9-9da5-4f1b-88e2-204fc9624ede" providerId="ADAL" clId="{EBA9306C-6C45-5DAC-99E7-6E7E6D7431F6}" dt="2026-04-14T21:09:21.734" v="365" actId="700"/>
          <ac:spMkLst>
            <pc:docMk/>
            <pc:sldMk cId="1231368714" sldId="2147309742"/>
            <ac:spMk id="19" creationId="{94549D3C-5B76-F70B-A666-799C528EDD9A}"/>
          </ac:spMkLst>
        </pc:spChg>
        <pc:spChg chg="add del mod">
          <ac:chgData name="Gaurav Mahna" userId="0761b8e9-9da5-4f1b-88e2-204fc9624ede" providerId="ADAL" clId="{EBA9306C-6C45-5DAC-99E7-6E7E6D7431F6}" dt="2026-04-14T21:12:22.692" v="445"/>
          <ac:spMkLst>
            <pc:docMk/>
            <pc:sldMk cId="1231368714" sldId="2147309742"/>
            <ac:spMk id="20" creationId="{2E66C3E9-501B-3C31-1BBA-2200C0D95719}"/>
          </ac:spMkLst>
        </pc:spChg>
        <pc:spChg chg="add mod">
          <ac:chgData name="Gaurav Mahna" userId="0761b8e9-9da5-4f1b-88e2-204fc9624ede" providerId="ADAL" clId="{EBA9306C-6C45-5DAC-99E7-6E7E6D7431F6}" dt="2026-04-14T21:12:15.791" v="440"/>
          <ac:spMkLst>
            <pc:docMk/>
            <pc:sldMk cId="1231368714" sldId="2147309742"/>
            <ac:spMk id="21" creationId="{CECDB267-FFB4-9034-961B-CDA9D4CB6F23}"/>
          </ac:spMkLst>
        </pc:spChg>
        <pc:spChg chg="add del mod">
          <ac:chgData name="Gaurav Mahna" userId="0761b8e9-9da5-4f1b-88e2-204fc9624ede" providerId="ADAL" clId="{EBA9306C-6C45-5DAC-99E7-6E7E6D7431F6}" dt="2026-04-14T21:12:22.553" v="443" actId="478"/>
          <ac:spMkLst>
            <pc:docMk/>
            <pc:sldMk cId="1231368714" sldId="2147309742"/>
            <ac:spMk id="22" creationId="{FE1188D2-093C-5EA0-F983-FD651FF4A17E}"/>
          </ac:spMkLst>
        </pc:spChg>
        <pc:spChg chg="add mod">
          <ac:chgData name="Gaurav Mahna" userId="0761b8e9-9da5-4f1b-88e2-204fc9624ede" providerId="ADAL" clId="{EBA9306C-6C45-5DAC-99E7-6E7E6D7431F6}" dt="2026-04-14T21:13:10.731" v="455" actId="14100"/>
          <ac:spMkLst>
            <pc:docMk/>
            <pc:sldMk cId="1231368714" sldId="2147309742"/>
            <ac:spMk id="23" creationId="{F62B6B28-FF74-2ED9-CAE2-31D991FCC101}"/>
          </ac:spMkLst>
        </pc:spChg>
        <pc:spChg chg="add del mod">
          <ac:chgData name="Gaurav Mahna" userId="0761b8e9-9da5-4f1b-88e2-204fc9624ede" providerId="ADAL" clId="{EBA9306C-6C45-5DAC-99E7-6E7E6D7431F6}" dt="2026-04-14T21:12:48.417" v="449" actId="478"/>
          <ac:spMkLst>
            <pc:docMk/>
            <pc:sldMk cId="1231368714" sldId="2147309742"/>
            <ac:spMk id="24" creationId="{4B357505-67B1-B8D5-F827-D290E63278F9}"/>
          </ac:spMkLst>
        </pc:spChg>
        <pc:spChg chg="add mod">
          <ac:chgData name="Gaurav Mahna" userId="0761b8e9-9da5-4f1b-88e2-204fc9624ede" providerId="ADAL" clId="{EBA9306C-6C45-5DAC-99E7-6E7E6D7431F6}" dt="2026-04-14T21:13:48.050" v="457" actId="1076"/>
          <ac:spMkLst>
            <pc:docMk/>
            <pc:sldMk cId="1231368714" sldId="2147309742"/>
            <ac:spMk id="25" creationId="{6AFD1346-022B-D5EA-808B-C184F9B37E86}"/>
          </ac:spMkLst>
        </pc:spChg>
      </pc:sldChg>
      <pc:sldChg chg="addSp delSp modSp add del mod chgLayout">
        <pc:chgData name="Gaurav Mahna" userId="0761b8e9-9da5-4f1b-88e2-204fc9624ede" providerId="ADAL" clId="{EBA9306C-6C45-5DAC-99E7-6E7E6D7431F6}" dt="2026-04-14T21:32:39.634" v="761" actId="2696"/>
        <pc:sldMkLst>
          <pc:docMk/>
          <pc:sldMk cId="1001756932" sldId="2147309743"/>
        </pc:sldMkLst>
        <pc:spChg chg="add mod">
          <ac:chgData name="Gaurav Mahna" userId="0761b8e9-9da5-4f1b-88e2-204fc9624ede" providerId="ADAL" clId="{EBA9306C-6C45-5DAC-99E7-6E7E6D7431F6}" dt="2026-04-14T21:25:20.062" v="576" actId="2711"/>
          <ac:spMkLst>
            <pc:docMk/>
            <pc:sldMk cId="1001756932" sldId="2147309743"/>
            <ac:spMk id="2" creationId="{477A0E45-E3A0-0E2D-D36C-B90D94B3C893}"/>
          </ac:spMkLst>
        </pc:spChg>
        <pc:spChg chg="add mod">
          <ac:chgData name="Gaurav Mahna" userId="0761b8e9-9da5-4f1b-88e2-204fc9624ede" providerId="ADAL" clId="{EBA9306C-6C45-5DAC-99E7-6E7E6D7431F6}" dt="2026-04-14T21:25:34.693" v="577" actId="14100"/>
          <ac:spMkLst>
            <pc:docMk/>
            <pc:sldMk cId="1001756932" sldId="2147309743"/>
            <ac:spMk id="3" creationId="{4E220881-230C-6C7C-DFD8-F36C76B482C8}"/>
          </ac:spMkLst>
        </pc:spChg>
        <pc:spChg chg="add mod">
          <ac:chgData name="Gaurav Mahna" userId="0761b8e9-9da5-4f1b-88e2-204fc9624ede" providerId="ADAL" clId="{EBA9306C-6C45-5DAC-99E7-6E7E6D7431F6}" dt="2026-04-14T21:25:45.181" v="582" actId="1036"/>
          <ac:spMkLst>
            <pc:docMk/>
            <pc:sldMk cId="1001756932" sldId="2147309743"/>
            <ac:spMk id="4" creationId="{8759C95A-4047-17C3-7D0D-32179047A7EE}"/>
          </ac:spMkLst>
        </pc:spChg>
        <pc:spChg chg="add mod">
          <ac:chgData name="Gaurav Mahna" userId="0761b8e9-9da5-4f1b-88e2-204fc9624ede" providerId="ADAL" clId="{EBA9306C-6C45-5DAC-99E7-6E7E6D7431F6}" dt="2026-04-14T21:25:45.181" v="582" actId="1036"/>
          <ac:spMkLst>
            <pc:docMk/>
            <pc:sldMk cId="1001756932" sldId="2147309743"/>
            <ac:spMk id="5" creationId="{5B47B524-D664-3344-F161-8358E2851295}"/>
          </ac:spMkLst>
        </pc:spChg>
        <pc:spChg chg="del mod ord">
          <ac:chgData name="Gaurav Mahna" userId="0761b8e9-9da5-4f1b-88e2-204fc9624ede" providerId="ADAL" clId="{EBA9306C-6C45-5DAC-99E7-6E7E6D7431F6}" dt="2026-04-14T21:25:03.689" v="573" actId="478"/>
          <ac:spMkLst>
            <pc:docMk/>
            <pc:sldMk cId="1001756932" sldId="2147309743"/>
            <ac:spMk id="6" creationId="{F5590954-2736-894A-EC38-8B78A63192E6}"/>
          </ac:spMkLst>
        </pc:spChg>
        <pc:spChg chg="mod ord">
          <ac:chgData name="Gaurav Mahna" userId="0761b8e9-9da5-4f1b-88e2-204fc9624ede" providerId="ADAL" clId="{EBA9306C-6C45-5DAC-99E7-6E7E6D7431F6}" dt="2026-04-14T21:25:20.062" v="576" actId="2711"/>
          <ac:spMkLst>
            <pc:docMk/>
            <pc:sldMk cId="1001756932" sldId="2147309743"/>
            <ac:spMk id="7" creationId="{89CE2C23-3B8D-D332-F730-9E5CE632EEE0}"/>
          </ac:spMkLst>
        </pc:spChg>
        <pc:spChg chg="del">
          <ac:chgData name="Gaurav Mahna" userId="0761b8e9-9da5-4f1b-88e2-204fc9624ede" providerId="ADAL" clId="{EBA9306C-6C45-5DAC-99E7-6E7E6D7431F6}" dt="2026-04-14T21:21:48.818" v="525" actId="478"/>
          <ac:spMkLst>
            <pc:docMk/>
            <pc:sldMk cId="1001756932" sldId="2147309743"/>
            <ac:spMk id="8" creationId="{6F73DB5B-5AE3-50BA-39CF-B73B9AC741A7}"/>
          </ac:spMkLst>
        </pc:spChg>
        <pc:spChg chg="del">
          <ac:chgData name="Gaurav Mahna" userId="0761b8e9-9da5-4f1b-88e2-204fc9624ede" providerId="ADAL" clId="{EBA9306C-6C45-5DAC-99E7-6E7E6D7431F6}" dt="2026-04-14T21:21:48.818" v="525" actId="478"/>
          <ac:spMkLst>
            <pc:docMk/>
            <pc:sldMk cId="1001756932" sldId="2147309743"/>
            <ac:spMk id="9" creationId="{B8250D1A-A66C-25FA-A5EF-1ED285264754}"/>
          </ac:spMkLst>
        </pc:spChg>
        <pc:spChg chg="del">
          <ac:chgData name="Gaurav Mahna" userId="0761b8e9-9da5-4f1b-88e2-204fc9624ede" providerId="ADAL" clId="{EBA9306C-6C45-5DAC-99E7-6E7E6D7431F6}" dt="2026-04-14T21:22:31.237" v="535" actId="478"/>
          <ac:spMkLst>
            <pc:docMk/>
            <pc:sldMk cId="1001756932" sldId="2147309743"/>
            <ac:spMk id="10" creationId="{5B8B891A-37E1-65BD-D62E-607A7452AF66}"/>
          </ac:spMkLst>
        </pc:spChg>
        <pc:spChg chg="del">
          <ac:chgData name="Gaurav Mahna" userId="0761b8e9-9da5-4f1b-88e2-204fc9624ede" providerId="ADAL" clId="{EBA9306C-6C45-5DAC-99E7-6E7E6D7431F6}" dt="2026-04-14T21:22:29.479" v="534" actId="478"/>
          <ac:spMkLst>
            <pc:docMk/>
            <pc:sldMk cId="1001756932" sldId="2147309743"/>
            <ac:spMk id="11" creationId="{CC3D0BCD-3D0B-3D02-0115-B61BBFBB7FC0}"/>
          </ac:spMkLst>
        </pc:spChg>
        <pc:spChg chg="add mod">
          <ac:chgData name="Gaurav Mahna" userId="0761b8e9-9da5-4f1b-88e2-204fc9624ede" providerId="ADAL" clId="{EBA9306C-6C45-5DAC-99E7-6E7E6D7431F6}" dt="2026-04-14T21:23:49.871" v="560" actId="14100"/>
          <ac:spMkLst>
            <pc:docMk/>
            <pc:sldMk cId="1001756932" sldId="2147309743"/>
            <ac:spMk id="12" creationId="{5B823A3A-C669-42CE-AA06-95DF3D0DD914}"/>
          </ac:spMkLst>
        </pc:spChg>
        <pc:spChg chg="mod">
          <ac:chgData name="Gaurav Mahna" userId="0761b8e9-9da5-4f1b-88e2-204fc9624ede" providerId="ADAL" clId="{EBA9306C-6C45-5DAC-99E7-6E7E6D7431F6}" dt="2026-04-14T21:23:49.871" v="560" actId="14100"/>
          <ac:spMkLst>
            <pc:docMk/>
            <pc:sldMk cId="1001756932" sldId="2147309743"/>
            <ac:spMk id="13" creationId="{9E1FE371-CE01-8F39-60CF-DE8D78FC8702}"/>
          </ac:spMkLst>
        </pc:spChg>
        <pc:spChg chg="add mod">
          <ac:chgData name="Gaurav Mahna" userId="0761b8e9-9da5-4f1b-88e2-204fc9624ede" providerId="ADAL" clId="{EBA9306C-6C45-5DAC-99E7-6E7E6D7431F6}" dt="2026-04-14T21:25:45.181" v="582" actId="1036"/>
          <ac:spMkLst>
            <pc:docMk/>
            <pc:sldMk cId="1001756932" sldId="2147309743"/>
            <ac:spMk id="14" creationId="{A293D232-C39E-D2B7-B30B-5761CEF02B4A}"/>
          </ac:spMkLst>
        </pc:spChg>
        <pc:spChg chg="add mod">
          <ac:chgData name="Gaurav Mahna" userId="0761b8e9-9da5-4f1b-88e2-204fc9624ede" providerId="ADAL" clId="{EBA9306C-6C45-5DAC-99E7-6E7E6D7431F6}" dt="2026-04-14T21:25:45.181" v="582" actId="1036"/>
          <ac:spMkLst>
            <pc:docMk/>
            <pc:sldMk cId="1001756932" sldId="2147309743"/>
            <ac:spMk id="15" creationId="{B0C08B79-39C9-0937-AF10-C27078378C39}"/>
          </ac:spMkLst>
        </pc:spChg>
        <pc:spChg chg="add mod">
          <ac:chgData name="Gaurav Mahna" userId="0761b8e9-9da5-4f1b-88e2-204fc9624ede" providerId="ADAL" clId="{EBA9306C-6C45-5DAC-99E7-6E7E6D7431F6}" dt="2026-04-14T21:25:20.062" v="576" actId="2711"/>
          <ac:spMkLst>
            <pc:docMk/>
            <pc:sldMk cId="1001756932" sldId="2147309743"/>
            <ac:spMk id="16" creationId="{5707339B-20C8-575F-06E2-7FE877F08A61}"/>
          </ac:spMkLst>
        </pc:spChg>
        <pc:spChg chg="add mod">
          <ac:chgData name="Gaurav Mahna" userId="0761b8e9-9da5-4f1b-88e2-204fc9624ede" providerId="ADAL" clId="{EBA9306C-6C45-5DAC-99E7-6E7E6D7431F6}" dt="2026-04-14T21:25:20.062" v="576" actId="2711"/>
          <ac:spMkLst>
            <pc:docMk/>
            <pc:sldMk cId="1001756932" sldId="2147309743"/>
            <ac:spMk id="17" creationId="{AD67498C-B871-A0A6-2B5F-DF1A1690435F}"/>
          </ac:spMkLst>
        </pc:spChg>
        <pc:spChg chg="add mod">
          <ac:chgData name="Gaurav Mahna" userId="0761b8e9-9da5-4f1b-88e2-204fc9624ede" providerId="ADAL" clId="{EBA9306C-6C45-5DAC-99E7-6E7E6D7431F6}" dt="2026-04-14T21:25:45.181" v="582" actId="1036"/>
          <ac:spMkLst>
            <pc:docMk/>
            <pc:sldMk cId="1001756932" sldId="2147309743"/>
            <ac:spMk id="18" creationId="{B3DB4F1B-89EA-BAE9-21CF-7C2524FFBCA3}"/>
          </ac:spMkLst>
        </pc:spChg>
        <pc:spChg chg="mod">
          <ac:chgData name="Gaurav Mahna" userId="0761b8e9-9da5-4f1b-88e2-204fc9624ede" providerId="ADAL" clId="{EBA9306C-6C45-5DAC-99E7-6E7E6D7431F6}" dt="2026-04-14T21:25:45.181" v="582" actId="1036"/>
          <ac:spMkLst>
            <pc:docMk/>
            <pc:sldMk cId="1001756932" sldId="2147309743"/>
            <ac:spMk id="19" creationId="{5DCEFA10-59E9-A607-405D-873E6EBB3473}"/>
          </ac:spMkLst>
        </pc:spChg>
        <pc:spChg chg="mod">
          <ac:chgData name="Gaurav Mahna" userId="0761b8e9-9da5-4f1b-88e2-204fc9624ede" providerId="ADAL" clId="{EBA9306C-6C45-5DAC-99E7-6E7E6D7431F6}" dt="2026-04-14T21:27:36.528" v="633" actId="113"/>
          <ac:spMkLst>
            <pc:docMk/>
            <pc:sldMk cId="1001756932" sldId="2147309743"/>
            <ac:spMk id="20" creationId="{C9CD9069-F4F6-AD4B-D5B7-0833AF702D1D}"/>
          </ac:spMkLst>
        </pc:spChg>
        <pc:spChg chg="add del mod ord">
          <ac:chgData name="Gaurav Mahna" userId="0761b8e9-9da5-4f1b-88e2-204fc9624ede" providerId="ADAL" clId="{EBA9306C-6C45-5DAC-99E7-6E7E6D7431F6}" dt="2026-04-14T21:25:08.037" v="575" actId="478"/>
          <ac:spMkLst>
            <pc:docMk/>
            <pc:sldMk cId="1001756932" sldId="2147309743"/>
            <ac:spMk id="21" creationId="{3DBD1CDF-CAB1-19B2-01A5-6AC483D346F0}"/>
          </ac:spMkLst>
        </pc:spChg>
        <pc:spChg chg="add del mod ord">
          <ac:chgData name="Gaurav Mahna" userId="0761b8e9-9da5-4f1b-88e2-204fc9624ede" providerId="ADAL" clId="{EBA9306C-6C45-5DAC-99E7-6E7E6D7431F6}" dt="2026-04-14T21:25:05.017" v="574" actId="478"/>
          <ac:spMkLst>
            <pc:docMk/>
            <pc:sldMk cId="1001756932" sldId="2147309743"/>
            <ac:spMk id="22" creationId="{C4649210-A731-C06E-404F-CC8E76738539}"/>
          </ac:spMkLst>
        </pc:spChg>
      </pc:sldChg>
      <pc:sldChg chg="addSp delSp modSp add mod chgLayout">
        <pc:chgData name="Gaurav Mahna" userId="0761b8e9-9da5-4f1b-88e2-204fc9624ede" providerId="ADAL" clId="{EBA9306C-6C45-5DAC-99E7-6E7E6D7431F6}" dt="2026-04-14T21:35:15.433" v="817" actId="113"/>
        <pc:sldMkLst>
          <pc:docMk/>
          <pc:sldMk cId="1778642995" sldId="2147309744"/>
        </pc:sldMkLst>
        <pc:spChg chg="del mod">
          <ac:chgData name="Gaurav Mahna" userId="0761b8e9-9da5-4f1b-88e2-204fc9624ede" providerId="ADAL" clId="{EBA9306C-6C45-5DAC-99E7-6E7E6D7431F6}" dt="2026-04-14T21:30:01.293" v="668" actId="478"/>
          <ac:spMkLst>
            <pc:docMk/>
            <pc:sldMk cId="1778642995" sldId="2147309744"/>
            <ac:spMk id="2" creationId="{9DA7729A-41E2-DC64-4244-F4D38F38E3F4}"/>
          </ac:spMkLst>
        </pc:spChg>
        <pc:spChg chg="del">
          <ac:chgData name="Gaurav Mahna" userId="0761b8e9-9da5-4f1b-88e2-204fc9624ede" providerId="ADAL" clId="{EBA9306C-6C45-5DAC-99E7-6E7E6D7431F6}" dt="2026-04-14T21:30:04.326" v="669" actId="478"/>
          <ac:spMkLst>
            <pc:docMk/>
            <pc:sldMk cId="1778642995" sldId="2147309744"/>
            <ac:spMk id="3" creationId="{F3BBC7E2-4E2A-3832-3032-FEBF9F057771}"/>
          </ac:spMkLst>
        </pc:spChg>
        <pc:spChg chg="del">
          <ac:chgData name="Gaurav Mahna" userId="0761b8e9-9da5-4f1b-88e2-204fc9624ede" providerId="ADAL" clId="{EBA9306C-6C45-5DAC-99E7-6E7E6D7431F6}" dt="2026-04-14T21:30:24.388" v="704" actId="478"/>
          <ac:spMkLst>
            <pc:docMk/>
            <pc:sldMk cId="1778642995" sldId="2147309744"/>
            <ac:spMk id="4" creationId="{7A06FE1A-C277-D117-7321-3930F531EC3F}"/>
          </ac:spMkLst>
        </pc:spChg>
        <pc:spChg chg="del mod">
          <ac:chgData name="Gaurav Mahna" userId="0761b8e9-9da5-4f1b-88e2-204fc9624ede" providerId="ADAL" clId="{EBA9306C-6C45-5DAC-99E7-6E7E6D7431F6}" dt="2026-04-14T21:30:37.016" v="707" actId="478"/>
          <ac:spMkLst>
            <pc:docMk/>
            <pc:sldMk cId="1778642995" sldId="2147309744"/>
            <ac:spMk id="5" creationId="{D06EA5A2-322F-541B-CBB5-47F1A44E8D0C}"/>
          </ac:spMkLst>
        </pc:spChg>
        <pc:spChg chg="add mod ord">
          <ac:chgData name="Gaurav Mahna" userId="0761b8e9-9da5-4f1b-88e2-204fc9624ede" providerId="ADAL" clId="{EBA9306C-6C45-5DAC-99E7-6E7E6D7431F6}" dt="2026-04-14T21:30:50.714" v="723" actId="20577"/>
          <ac:spMkLst>
            <pc:docMk/>
            <pc:sldMk cId="1778642995" sldId="2147309744"/>
            <ac:spMk id="6" creationId="{9033AD8E-5321-B29B-B873-619D95E37FA9}"/>
          </ac:spMkLst>
        </pc:spChg>
        <pc:spChg chg="mod ord">
          <ac:chgData name="Gaurav Mahna" userId="0761b8e9-9da5-4f1b-88e2-204fc9624ede" providerId="ADAL" clId="{EBA9306C-6C45-5DAC-99E7-6E7E6D7431F6}" dt="2026-04-14T21:29:53.276" v="665" actId="700"/>
          <ac:spMkLst>
            <pc:docMk/>
            <pc:sldMk cId="1778642995" sldId="2147309744"/>
            <ac:spMk id="7" creationId="{37E844B5-38C0-872D-B584-2592281F4738}"/>
          </ac:spMkLst>
        </pc:spChg>
        <pc:spChg chg="add mod ord">
          <ac:chgData name="Gaurav Mahna" userId="0761b8e9-9da5-4f1b-88e2-204fc9624ede" providerId="ADAL" clId="{EBA9306C-6C45-5DAC-99E7-6E7E6D7431F6}" dt="2026-04-14T21:30:45.033" v="709" actId="113"/>
          <ac:spMkLst>
            <pc:docMk/>
            <pc:sldMk cId="1778642995" sldId="2147309744"/>
            <ac:spMk id="8" creationId="{4CAD8E3D-267E-32DA-B97C-80FE3845F88B}"/>
          </ac:spMkLst>
        </pc:spChg>
        <pc:spChg chg="add mod ord">
          <ac:chgData name="Gaurav Mahna" userId="0761b8e9-9da5-4f1b-88e2-204fc9624ede" providerId="ADAL" clId="{EBA9306C-6C45-5DAC-99E7-6E7E6D7431F6}" dt="2026-04-14T21:31:31.430" v="734" actId="20577"/>
          <ac:spMkLst>
            <pc:docMk/>
            <pc:sldMk cId="1778642995" sldId="2147309744"/>
            <ac:spMk id="9" creationId="{86EF5A82-D6D2-4008-3F6B-9D0FBE8ED2E8}"/>
          </ac:spMkLst>
        </pc:spChg>
        <pc:spChg chg="add mod ord">
          <ac:chgData name="Gaurav Mahna" userId="0761b8e9-9da5-4f1b-88e2-204fc9624ede" providerId="ADAL" clId="{EBA9306C-6C45-5DAC-99E7-6E7E6D7431F6}" dt="2026-04-14T21:32:25.863" v="759" actId="20577"/>
          <ac:spMkLst>
            <pc:docMk/>
            <pc:sldMk cId="1778642995" sldId="2147309744"/>
            <ac:spMk id="10" creationId="{0681DB2D-6F69-A607-D63A-B8A1B2E3B02E}"/>
          </ac:spMkLst>
        </pc:spChg>
        <pc:spChg chg="del">
          <ac:chgData name="Gaurav Mahna" userId="0761b8e9-9da5-4f1b-88e2-204fc9624ede" providerId="ADAL" clId="{EBA9306C-6C45-5DAC-99E7-6E7E6D7431F6}" dt="2026-04-14T21:30:57.539" v="724" actId="478"/>
          <ac:spMkLst>
            <pc:docMk/>
            <pc:sldMk cId="1778642995" sldId="2147309744"/>
            <ac:spMk id="12" creationId="{66BCA094-1CCD-5FA3-437C-FAA5EFE49A66}"/>
          </ac:spMkLst>
        </pc:spChg>
        <pc:spChg chg="del">
          <ac:chgData name="Gaurav Mahna" userId="0761b8e9-9da5-4f1b-88e2-204fc9624ede" providerId="ADAL" clId="{EBA9306C-6C45-5DAC-99E7-6E7E6D7431F6}" dt="2026-04-14T21:31:00.277" v="726" actId="478"/>
          <ac:spMkLst>
            <pc:docMk/>
            <pc:sldMk cId="1778642995" sldId="2147309744"/>
            <ac:spMk id="13" creationId="{307687C0-216A-0D88-F3B8-8740972BC666}"/>
          </ac:spMkLst>
        </pc:spChg>
        <pc:spChg chg="del">
          <ac:chgData name="Gaurav Mahna" userId="0761b8e9-9da5-4f1b-88e2-204fc9624ede" providerId="ADAL" clId="{EBA9306C-6C45-5DAC-99E7-6E7E6D7431F6}" dt="2026-04-14T21:31:14.470" v="729" actId="478"/>
          <ac:spMkLst>
            <pc:docMk/>
            <pc:sldMk cId="1778642995" sldId="2147309744"/>
            <ac:spMk id="14" creationId="{983B16C2-F085-C9F0-AD8A-6D5D45D474BF}"/>
          </ac:spMkLst>
        </pc:spChg>
        <pc:spChg chg="del mod">
          <ac:chgData name="Gaurav Mahna" userId="0761b8e9-9da5-4f1b-88e2-204fc9624ede" providerId="ADAL" clId="{EBA9306C-6C45-5DAC-99E7-6E7E6D7431F6}" dt="2026-04-14T21:31:36.463" v="735" actId="478"/>
          <ac:spMkLst>
            <pc:docMk/>
            <pc:sldMk cId="1778642995" sldId="2147309744"/>
            <ac:spMk id="15" creationId="{09053656-6DB4-F35D-37D2-17B4D6842DBE}"/>
          </ac:spMkLst>
        </pc:spChg>
        <pc:spChg chg="del">
          <ac:chgData name="Gaurav Mahna" userId="0761b8e9-9da5-4f1b-88e2-204fc9624ede" providerId="ADAL" clId="{EBA9306C-6C45-5DAC-99E7-6E7E6D7431F6}" dt="2026-04-14T21:30:58.541" v="725" actId="478"/>
          <ac:spMkLst>
            <pc:docMk/>
            <pc:sldMk cId="1778642995" sldId="2147309744"/>
            <ac:spMk id="16" creationId="{13CB36A0-B6AC-5AC0-6B00-9937EE360FC5}"/>
          </ac:spMkLst>
        </pc:spChg>
        <pc:spChg chg="del">
          <ac:chgData name="Gaurav Mahna" userId="0761b8e9-9da5-4f1b-88e2-204fc9624ede" providerId="ADAL" clId="{EBA9306C-6C45-5DAC-99E7-6E7E6D7431F6}" dt="2026-04-14T21:31:01.111" v="727" actId="478"/>
          <ac:spMkLst>
            <pc:docMk/>
            <pc:sldMk cId="1778642995" sldId="2147309744"/>
            <ac:spMk id="17" creationId="{FBE35FDF-15A6-5620-7BD3-9EC1CDECC34B}"/>
          </ac:spMkLst>
        </pc:spChg>
        <pc:spChg chg="del">
          <ac:chgData name="Gaurav Mahna" userId="0761b8e9-9da5-4f1b-88e2-204fc9624ede" providerId="ADAL" clId="{EBA9306C-6C45-5DAC-99E7-6E7E6D7431F6}" dt="2026-04-14T21:31:48.426" v="738" actId="478"/>
          <ac:spMkLst>
            <pc:docMk/>
            <pc:sldMk cId="1778642995" sldId="2147309744"/>
            <ac:spMk id="18" creationId="{760C255E-F65D-288B-ED48-37E5124AB2AE}"/>
          </ac:spMkLst>
        </pc:spChg>
        <pc:spChg chg="del mod">
          <ac:chgData name="Gaurav Mahna" userId="0761b8e9-9da5-4f1b-88e2-204fc9624ede" providerId="ADAL" clId="{EBA9306C-6C45-5DAC-99E7-6E7E6D7431F6}" dt="2026-04-14T21:32:29.913" v="760" actId="478"/>
          <ac:spMkLst>
            <pc:docMk/>
            <pc:sldMk cId="1778642995" sldId="2147309744"/>
            <ac:spMk id="19" creationId="{573D0BC0-B90D-AD6A-75AB-52DAFAA4B86F}"/>
          </ac:spMkLst>
        </pc:spChg>
        <pc:spChg chg="mod">
          <ac:chgData name="Gaurav Mahna" userId="0761b8e9-9da5-4f1b-88e2-204fc9624ede" providerId="ADAL" clId="{EBA9306C-6C45-5DAC-99E7-6E7E6D7431F6}" dt="2026-04-14T21:35:15.433" v="817" actId="113"/>
          <ac:spMkLst>
            <pc:docMk/>
            <pc:sldMk cId="1778642995" sldId="2147309744"/>
            <ac:spMk id="20" creationId="{E808D89E-372C-D3EB-12AE-666C2CCE6A76}"/>
          </ac:spMkLst>
        </pc:spChg>
      </pc:sldChg>
      <pc:sldMasterChg chg="addSp mod">
        <pc:chgData name="Gaurav Mahna" userId="0761b8e9-9da5-4f1b-88e2-204fc9624ede" providerId="ADAL" clId="{EBA9306C-6C45-5DAC-99E7-6E7E6D7431F6}" dt="2026-04-02T10:38:24.317" v="2" actId="33475"/>
        <pc:sldMasterMkLst>
          <pc:docMk/>
          <pc:sldMasterMk cId="3632300099" sldId="2147483741"/>
        </pc:sldMasterMkLst>
        <pc:spChg chg="add">
          <ac:chgData name="Gaurav Mahna" userId="0761b8e9-9da5-4f1b-88e2-204fc9624ede" providerId="ADAL" clId="{EBA9306C-6C45-5DAC-99E7-6E7E6D7431F6}" dt="2026-04-02T10:38:24.317" v="2" actId="33475"/>
          <ac:spMkLst>
            <pc:docMk/>
            <pc:sldMasterMk cId="3632300099" sldId="2147483741"/>
            <ac:spMk id="6" creationId="{05803822-C48D-38A3-FAB0-C60D5F556158}"/>
          </ac:spMkLst>
        </pc:spChg>
        <pc:spChg chg="add">
          <ac:chgData name="Gaurav Mahna" userId="0761b8e9-9da5-4f1b-88e2-204fc9624ede" providerId="ADAL" clId="{EBA9306C-6C45-5DAC-99E7-6E7E6D7431F6}" dt="2026-04-02T10:38:24.317" v="2" actId="33475"/>
          <ac:spMkLst>
            <pc:docMk/>
            <pc:sldMasterMk cId="3632300099" sldId="2147483741"/>
            <ac:spMk id="7" creationId="{6BF1F366-B4D8-4B45-A1B8-2ABAD4DDD1AD}"/>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3" name="Date Placeholder 2">
            <a:extLst>
              <a:ext uri="{FF2B5EF4-FFF2-40B4-BE49-F238E27FC236}">
                <a16:creationId xmlns:a16="http://schemas.microsoft.com/office/drawing/2014/main" id="{8F51457F-2D60-4187-92B7-C5BBED78E963}"/>
              </a:ext>
            </a:extLst>
          </p:cNvPr>
          <p:cNvSpPr>
            <a:spLocks noGrp="1"/>
          </p:cNvSpPr>
          <p:nvPr>
            <p:ph type="dt" sz="quarter" idx="1"/>
          </p:nvPr>
        </p:nvSpPr>
        <p:spPr>
          <a:xfrm>
            <a:off x="4143589" y="1"/>
            <a:ext cx="3169919" cy="619364"/>
          </a:xfrm>
          <a:prstGeom prst="rect">
            <a:avLst/>
          </a:prstGeom>
        </p:spPr>
        <p:txBody>
          <a:bodyPr vert="horz" lIns="112299" tIns="56150" rIns="112299" bIns="56150" rtlCol="0"/>
          <a:lstStyle>
            <a:lvl1pPr algn="r">
              <a:defRPr sz="1600"/>
            </a:lvl1pPr>
          </a:lstStyle>
          <a:p>
            <a:fld id="{320DD655-51D6-466D-8D72-5C78765FC630}" type="datetimeFigureOut">
              <a:rPr lang="en-US" smtClean="0">
                <a:latin typeface="Oracle Sans Tab" panose="020B0503020204020204" pitchFamily="34" charset="0"/>
              </a:rPr>
              <a:t>4/23/26</a:t>
            </a:fld>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Oracle Sans Tab" panose="020B0503020204020204" pitchFamily="34" charset="0"/>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Oracle Sans Tab" panose="020B0503020204020204" pitchFamily="34" charset="0"/>
              </a:defRPr>
            </a:lvl1pPr>
          </a:lstStyle>
          <a:p>
            <a:fld id="{4F9C25BA-F9B0-4418-8CA0-3A9DF1256BA5}" type="datetimeFigureOut">
              <a:rPr lang="en-US" smtClean="0"/>
              <a:pPr/>
              <a:t>4/23/26</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Oracle Sans Tab" panose="020B0503020204020204" pitchFamily="34" charset="0"/>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Oracle Sans Tab" panose="020B0503020204020204" pitchFamily="34" charset="0"/>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jp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5"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311639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7756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Light - Title 1 Colum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50A73E4-FDAD-4BCF-9E19-6D2C0FB66C3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63" y="17147"/>
            <a:ext cx="12186473" cy="6857999"/>
          </a:xfrm>
          <a:prstGeom prst="rect">
            <a:avLst/>
          </a:prstGeom>
        </p:spPr>
      </p:pic>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5641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90422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5"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0917301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994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Light - Title/Subtitle 1 Colum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949CA5-2485-4141-9906-B0461B413E6E}"/>
              </a:ext>
            </a:extLst>
          </p:cNvPr>
          <p:cNvPicPr>
            <a:picLocks noChangeAspect="1"/>
          </p:cNvPicPr>
          <p:nvPr userDrawn="1"/>
        </p:nvPicPr>
        <p:blipFill>
          <a:blip r:embed="rId2">
            <a:alphaModFix amt="24000"/>
            <a:extLst>
              <a:ext uri="{28A0092B-C50C-407E-A947-70E740481C1C}">
                <a14:useLocalDpi xmlns:a14="http://schemas.microsoft.com/office/drawing/2010/main" val="0"/>
              </a:ext>
            </a:extLst>
          </a:blip>
          <a:srcRect/>
          <a:stretch/>
        </p:blipFill>
        <p:spPr>
          <a:xfrm>
            <a:off x="0" y="11575"/>
            <a:ext cx="12192000" cy="6842007"/>
          </a:xfrm>
          <a:prstGeom prst="rect">
            <a:avLst/>
          </a:prstGeom>
        </p:spPr>
      </p:pic>
      <p:pic>
        <p:nvPicPr>
          <p:cNvPr id="11" name="Picture 10">
            <a:extLst>
              <a:ext uri="{FF2B5EF4-FFF2-40B4-BE49-F238E27FC236}">
                <a16:creationId xmlns:a16="http://schemas.microsoft.com/office/drawing/2014/main" id="{599AFC00-69CF-44CA-94C0-E5DCFD1265E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4342" t="27131"/>
          <a:stretch/>
        </p:blipFill>
        <p:spPr>
          <a:xfrm>
            <a:off x="10281037" y="1860604"/>
            <a:ext cx="1908199" cy="4997395"/>
          </a:xfrm>
          <a:prstGeom prst="rect">
            <a:avLst/>
          </a:prstGeom>
        </p:spPr>
      </p:pic>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5813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EF9A3F19-D066-6F35-446B-366C209816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304014"/>
            <a:ext cx="12192000" cy="17716500"/>
          </a:xfrm>
          <a:prstGeom prst="rect">
            <a:avLst/>
          </a:prstGeom>
        </p:spPr>
      </p:pic>
    </p:spTree>
    <p:extLst>
      <p:ext uri="{BB962C8B-B14F-4D97-AF65-F5344CB8AC3E}">
        <p14:creationId xmlns:p14="http://schemas.microsoft.com/office/powerpoint/2010/main" val="894673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83491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53884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6859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18591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710606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665286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004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9422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491591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821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3806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212601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611327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5480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3137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041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2059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6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446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92348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0849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79762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651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7698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58322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97BE15-34DD-4012-A0FA-C0BA2A219E2D}"/>
              </a:ext>
            </a:extLst>
          </p:cNvPr>
          <p:cNvPicPr>
            <a:picLocks noChangeAspect="1"/>
          </p:cNvPicPr>
          <p:nvPr userDrawn="1"/>
        </p:nvPicPr>
        <p:blipFill rotWithShape="1">
          <a:blip r:embed="rId2">
            <a:alphaModFix amt="45000"/>
            <a:extLst>
              <a:ext uri="{28A0092B-C50C-407E-A947-70E740481C1C}">
                <a14:useLocalDpi xmlns:a14="http://schemas.microsoft.com/office/drawing/2010/main" val="0"/>
              </a:ext>
            </a:extLst>
          </a:blip>
          <a:srcRect t="11780" r="21582"/>
          <a:stretch/>
        </p:blipFill>
        <p:spPr>
          <a:xfrm>
            <a:off x="-2764" y="1"/>
            <a:ext cx="12192000" cy="6857999"/>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32E55DA0-E059-4B04-93B0-51FABAA72B8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0048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Light - Title/Subtitl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79EFD51-680E-4FE2-8559-05B9F37CDB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871" r="23162" b="11871"/>
          <a:stretch/>
        </p:blipFill>
        <p:spPr>
          <a:xfrm flipH="1">
            <a:off x="0" y="-11575"/>
            <a:ext cx="12192000" cy="6869575"/>
          </a:xfrm>
          <a:prstGeom prst="rect">
            <a:avLst/>
          </a:prstGeom>
        </p:spPr>
      </p:pic>
      <p:sp>
        <p:nvSpPr>
          <p:cNvPr id="13" name="Rectangle 12">
            <a:extLst>
              <a:ext uri="{FF2B5EF4-FFF2-40B4-BE49-F238E27FC236}">
                <a16:creationId xmlns:a16="http://schemas.microsoft.com/office/drawing/2014/main" id="{0C91B06B-6E2E-4907-A5B6-7A430B719E8A}"/>
              </a:ext>
            </a:extLst>
          </p:cNvPr>
          <p:cNvSpPr/>
          <p:nvPr userDrawn="1"/>
        </p:nvSpPr>
        <p:spPr>
          <a:xfrm>
            <a:off x="-2764" y="-11575"/>
            <a:ext cx="12192000" cy="6869574"/>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solidFill>
                  <a:schemeClr val="bg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lvl1pPr>
              <a:defRPr>
                <a:solidFill>
                  <a:schemeClr val="bg1"/>
                </a:solidFill>
              </a:defRPr>
            </a:lvl1p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lvl1pPr>
              <a:defRPr>
                <a:solidFill>
                  <a:schemeClr val="bg1"/>
                </a:solidFill>
              </a:defRPr>
            </a:lvl1pPr>
          </a:lstStyle>
          <a:p>
            <a:fld id="{345D60D9-5372-5F40-9443-0F9AE5BDC3C8}" type="slidenum">
              <a:rPr lang="en-US" smtClean="0"/>
              <a:pPr/>
              <a:t>‹#›</a:t>
            </a:fld>
            <a:endParaRPr lang="en-US" dirty="0"/>
          </a:p>
        </p:txBody>
      </p:sp>
      <p:pic>
        <p:nvPicPr>
          <p:cNvPr id="14" name="Picture 13" descr="A picture containing shape&#10;&#10;Description automatically generated">
            <a:extLst>
              <a:ext uri="{FF2B5EF4-FFF2-40B4-BE49-F238E27FC236}">
                <a16:creationId xmlns:a16="http://schemas.microsoft.com/office/drawing/2014/main" id="{7C0159FF-95A8-4D65-9964-71D1E013CD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spTree>
    <p:extLst>
      <p:ext uri="{BB962C8B-B14F-4D97-AF65-F5344CB8AC3E}">
        <p14:creationId xmlns:p14="http://schemas.microsoft.com/office/powerpoint/2010/main" val="36311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0C21E1-E41B-4DBC-8F7A-3DF4FF230B7D}"/>
              </a:ext>
            </a:extLst>
          </p:cNvPr>
          <p:cNvPicPr>
            <a:picLocks noChangeAspect="1"/>
          </p:cNvPicPr>
          <p:nvPr userDrawn="1"/>
        </p:nvPicPr>
        <p:blipFill rotWithShape="1">
          <a:blip r:embed="rId2">
            <a:alphaModFix amt="60000"/>
            <a:extLst>
              <a:ext uri="{28A0092B-C50C-407E-A947-70E740481C1C}">
                <a14:useLocalDpi xmlns:a14="http://schemas.microsoft.com/office/drawing/2010/main" val="0"/>
              </a:ext>
            </a:extLst>
          </a:blip>
          <a:srcRect r="17231"/>
          <a:stretch/>
        </p:blipFill>
        <p:spPr>
          <a:xfrm>
            <a:off x="9782" y="17904"/>
            <a:ext cx="12189234" cy="6857999"/>
          </a:xfrm>
          <a:prstGeom prst="rect">
            <a:avLst/>
          </a:prstGeom>
        </p:spPr>
      </p:pic>
      <p:pic>
        <p:nvPicPr>
          <p:cNvPr id="10" name="Picture 9">
            <a:extLst>
              <a:ext uri="{FF2B5EF4-FFF2-40B4-BE49-F238E27FC236}">
                <a16:creationId xmlns:a16="http://schemas.microsoft.com/office/drawing/2014/main" id="{C2FD2590-D4D7-4C7A-902B-D1E6F96859D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2347" r="60384" b="4892"/>
          <a:stretch/>
        </p:blipFill>
        <p:spPr>
          <a:xfrm flipH="1">
            <a:off x="9669773" y="1915757"/>
            <a:ext cx="2522227" cy="4950593"/>
          </a:xfrm>
          <a:prstGeom prst="rect">
            <a:avLst/>
          </a:prstGeom>
        </p:spPr>
      </p:pic>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77062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Light - Title/Subtit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8AAA90D-C3EE-440B-ABFA-DBC3C5545D26}"/>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10" name="Picture 9">
            <a:extLst>
              <a:ext uri="{FF2B5EF4-FFF2-40B4-BE49-F238E27FC236}">
                <a16:creationId xmlns:a16="http://schemas.microsoft.com/office/drawing/2014/main" id="{EE913E1A-CBCB-499B-8642-C2285B6BCC9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7550" t="2285" b="41128"/>
          <a:stretch/>
        </p:blipFill>
        <p:spPr>
          <a:xfrm>
            <a:off x="0" y="5181729"/>
            <a:ext cx="12192000" cy="1676271"/>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57585065-A729-4AD0-8D83-F01046F18AA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66346" t="-174" r="6571"/>
          <a:stretch/>
        </p:blipFill>
        <p:spPr>
          <a:xfrm>
            <a:off x="9281362" y="0"/>
            <a:ext cx="2910638" cy="6858000"/>
          </a:xfrm>
          <a:prstGeom prst="rect">
            <a:avLst/>
          </a:prstGeom>
        </p:spPr>
      </p:pic>
    </p:spTree>
    <p:extLst>
      <p:ext uri="{BB962C8B-B14F-4D97-AF65-F5344CB8AC3E}">
        <p14:creationId xmlns:p14="http://schemas.microsoft.com/office/powerpoint/2010/main" val="222837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455227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6439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15240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99911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2663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99360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61514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1118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01202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79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48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2798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010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58854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2021, Oracle and/or its affiliates  |  Confidential: Internal</a:t>
            </a:r>
            <a:endParaRPr lang="en-US" dirty="0"/>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9568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75300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34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a:t>Copyright © 2021, Oracle and/or its affiliates  |  Confidential: Internal</a:t>
            </a:r>
            <a:endParaRPr lang="en-US" dirty="0"/>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90119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79EFD51-680E-4FE2-8559-05B9F37CDBB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871" r="61509" b="11871"/>
          <a:stretch/>
        </p:blipFill>
        <p:spPr>
          <a:xfrm flipH="1">
            <a:off x="6084540" y="-11575"/>
            <a:ext cx="6107459" cy="6869575"/>
          </a:xfrm>
          <a:prstGeom prst="rect">
            <a:avLst/>
          </a:prstGeom>
        </p:spPr>
      </p:pic>
      <p:sp>
        <p:nvSpPr>
          <p:cNvPr id="18" name="Rectangle 17">
            <a:extLst>
              <a:ext uri="{FF2B5EF4-FFF2-40B4-BE49-F238E27FC236}">
                <a16:creationId xmlns:a16="http://schemas.microsoft.com/office/drawing/2014/main" id="{0C91B06B-6E2E-4907-A5B6-7A430B719E8A}"/>
              </a:ext>
            </a:extLst>
          </p:cNvPr>
          <p:cNvSpPr/>
          <p:nvPr userDrawn="1"/>
        </p:nvSpPr>
        <p:spPr>
          <a:xfrm>
            <a:off x="6077665" y="0"/>
            <a:ext cx="6107460" cy="6881150"/>
          </a:xfrm>
          <a:prstGeom prst="rect">
            <a:avLst/>
          </a:prstGeom>
          <a:solidFill>
            <a:srgbClr val="312D2A">
              <a:alpha val="45000"/>
            </a:srgbClr>
          </a:solidFill>
          <a:ln w="31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CFBFA"/>
              </a:solidFill>
              <a:effectLst/>
              <a:uLnTx/>
              <a:uFillTx/>
              <a:latin typeface="Oracle Sans Tab"/>
              <a:ea typeface="+mn-ea"/>
              <a:cs typeface="+mn-cs"/>
            </a:endParaRPr>
          </a:p>
        </p:txBody>
      </p:sp>
      <p:pic>
        <p:nvPicPr>
          <p:cNvPr id="15" name="Picture 14" descr="A picture containing shape&#10;&#10;Description automatically generated">
            <a:extLst>
              <a:ext uri="{FF2B5EF4-FFF2-40B4-BE49-F238E27FC236}">
                <a16:creationId xmlns:a16="http://schemas.microsoft.com/office/drawing/2014/main" id="{7C0159FF-95A8-4D65-9964-71D1E013CD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7074"/>
          <a:stretch/>
        </p:blipFill>
        <p:spPr>
          <a:xfrm>
            <a:off x="10613985" y="0"/>
            <a:ext cx="1575251"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a:t>Copyright © 2021, Oracle and/or its affiliates  |  Confidential: Internal</a:t>
            </a:r>
            <a:endParaRPr lang="en-US" dirty="0"/>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66431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dirty="0"/>
              <a:t>Our mission is to help people see data in new ways, discover insights,</a:t>
            </a:r>
            <a:br>
              <a:rPr lang="en-US" dirty="0"/>
            </a:br>
            <a:r>
              <a:rPr lang="en-US" dirty="0"/>
              <a:t>unlock endless possibilities.</a:t>
            </a:r>
          </a:p>
        </p:txBody>
      </p:sp>
    </p:spTree>
    <p:extLst>
      <p:ext uri="{BB962C8B-B14F-4D97-AF65-F5344CB8AC3E}">
        <p14:creationId xmlns:p14="http://schemas.microsoft.com/office/powerpoint/2010/main" val="9853090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490562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259241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Dark - Divider">
    <p:bg>
      <p:bgRef idx="1001">
        <a:schemeClr val="bg1"/>
      </p:bgRef>
    </p:bg>
    <p:spTree>
      <p:nvGrpSpPr>
        <p:cNvPr id="1" name=""/>
        <p:cNvGrpSpPr/>
        <p:nvPr/>
      </p:nvGrpSpPr>
      <p:grpSpPr>
        <a:xfrm>
          <a:off x="0" y="0"/>
          <a:ext cx="0" cy="0"/>
          <a:chOff x="0" y="0"/>
          <a:chExt cx="0" cy="0"/>
        </a:xfrm>
      </p:grpSpPr>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2021, Oracle and/or its affiliates  |  Confidential: Internal</a:t>
            </a:r>
            <a:endParaRPr lang="en-US" dirty="0"/>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4" name="Picture 3">
            <a:extLst>
              <a:ext uri="{FF2B5EF4-FFF2-40B4-BE49-F238E27FC236}">
                <a16:creationId xmlns:a16="http://schemas.microsoft.com/office/drawing/2014/main" id="{19576C56-F003-A3B9-6CBA-F49881A1C42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795012"/>
            <a:ext cx="12192000" cy="17716500"/>
          </a:xfrm>
          <a:prstGeom prst="rect">
            <a:avLst/>
          </a:prstGeom>
        </p:spPr>
      </p:pic>
    </p:spTree>
    <p:extLst>
      <p:ext uri="{BB962C8B-B14F-4D97-AF65-F5344CB8AC3E}">
        <p14:creationId xmlns:p14="http://schemas.microsoft.com/office/powerpoint/2010/main" val="3191907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5"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2021, Oracle and/or its affiliates  |  Confidential: Internal</a:t>
            </a:r>
            <a:endParaRPr lang="en-US" dirty="0"/>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sp>
        <p:nvSpPr>
          <p:cNvPr id="6" name="TextBox 5">
            <a:extLst>
              <a:ext uri="{FF2B5EF4-FFF2-40B4-BE49-F238E27FC236}">
                <a16:creationId xmlns:a16="http://schemas.microsoft.com/office/drawing/2014/main" id="{05803822-C48D-38A3-FAB0-C60D5F556158}"/>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
        <p:nvSpPr>
          <p:cNvPr id="7" name="TextBox 6">
            <a:extLst>
              <a:ext uri="{FF2B5EF4-FFF2-40B4-BE49-F238E27FC236}">
                <a16:creationId xmlns:a16="http://schemas.microsoft.com/office/drawing/2014/main" id="{6BF1F366-B4D8-4B45-A1B8-2ABAD4DDD1AD}"/>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746" r:id="rId1"/>
    <p:sldLayoutId id="2147483917" r:id="rId2"/>
    <p:sldLayoutId id="2147483976" r:id="rId3"/>
    <p:sldLayoutId id="2147483928" r:id="rId4"/>
    <p:sldLayoutId id="2147483893" r:id="rId5"/>
    <p:sldLayoutId id="2147483774" r:id="rId6"/>
    <p:sldLayoutId id="2147483978" r:id="rId7"/>
    <p:sldLayoutId id="2147483977" r:id="rId8"/>
    <p:sldLayoutId id="2147483919" r:id="rId9"/>
    <p:sldLayoutId id="2147483922" r:id="rId10"/>
    <p:sldLayoutId id="2147483929" r:id="rId11"/>
    <p:sldLayoutId id="2147483920" r:id="rId12"/>
    <p:sldLayoutId id="2147483930" r:id="rId13"/>
    <p:sldLayoutId id="2147483931" r:id="rId14"/>
    <p:sldLayoutId id="2147483932" r:id="rId15"/>
    <p:sldLayoutId id="2147483936" r:id="rId16"/>
    <p:sldLayoutId id="2147483937" r:id="rId17"/>
    <p:sldLayoutId id="2147483933" r:id="rId18"/>
    <p:sldLayoutId id="2147483935" r:id="rId19"/>
    <p:sldLayoutId id="2147483938" r:id="rId20"/>
    <p:sldLayoutId id="2147483939" r:id="rId21"/>
    <p:sldLayoutId id="2147483761" r:id="rId22"/>
    <p:sldLayoutId id="2147483940" r:id="rId23"/>
    <p:sldLayoutId id="2147483969" r:id="rId24"/>
    <p:sldLayoutId id="2147483970" r:id="rId25"/>
    <p:sldLayoutId id="2147483974" r:id="rId26"/>
    <p:sldLayoutId id="2147483975" r:id="rId27"/>
    <p:sldLayoutId id="2147483781" r:id="rId28"/>
    <p:sldLayoutId id="2147483941" r:id="rId29"/>
    <p:sldLayoutId id="2147483756" r:id="rId30"/>
    <p:sldLayoutId id="2147483914" r:id="rId31"/>
    <p:sldLayoutId id="2147483754" r:id="rId32"/>
    <p:sldLayoutId id="2147483915" r:id="rId33"/>
    <p:sldLayoutId id="2147483778" r:id="rId34"/>
    <p:sldLayoutId id="2147483982" r:id="rId35"/>
    <p:sldLayoutId id="2147483981" r:id="rId36"/>
    <p:sldLayoutId id="2147483980" r:id="rId37"/>
    <p:sldLayoutId id="2147483979" r:id="rId38"/>
    <p:sldLayoutId id="2147483916" r:id="rId39"/>
    <p:sldLayoutId id="2147483762" r:id="rId40"/>
    <p:sldLayoutId id="2147483942" r:id="rId41"/>
    <p:sldLayoutId id="2147483766" r:id="rId42"/>
    <p:sldLayoutId id="2147483894" r:id="rId43"/>
    <p:sldLayoutId id="2147483769" r:id="rId44"/>
    <p:sldLayoutId id="2147483895" r:id="rId45"/>
    <p:sldLayoutId id="2147483768" r:id="rId46"/>
    <p:sldLayoutId id="2147483897" r:id="rId47"/>
    <p:sldLayoutId id="2147483898" r:id="rId48"/>
    <p:sldLayoutId id="2147483905" r:id="rId49"/>
    <p:sldLayoutId id="2147483749" r:id="rId50"/>
    <p:sldLayoutId id="2147483908" r:id="rId51"/>
    <p:sldLayoutId id="2147483751" r:id="rId52"/>
    <p:sldLayoutId id="2147483945" r:id="rId53"/>
    <p:sldLayoutId id="2147483752" r:id="rId54"/>
    <p:sldLayoutId id="2147483912" r:id="rId55"/>
    <p:sldLayoutId id="2147483763" r:id="rId56"/>
    <p:sldLayoutId id="2147483943" r:id="rId57"/>
    <p:sldLayoutId id="2147483744" r:id="rId58"/>
    <p:sldLayoutId id="2147483944" r:id="rId59"/>
    <p:sldLayoutId id="2147483742" r:id="rId60"/>
    <p:sldLayoutId id="2147483972" r:id="rId61"/>
    <p:sldLayoutId id="2147483973" r:id="rId62"/>
    <p:sldLayoutId id="2147483983" r:id="rId6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F26B43"/>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453B-EFD8-5FC7-03F7-1F4496657E65}"/>
              </a:ext>
            </a:extLst>
          </p:cNvPr>
          <p:cNvSpPr>
            <a:spLocks noGrp="1"/>
          </p:cNvSpPr>
          <p:nvPr>
            <p:ph type="ctrTitle"/>
          </p:nvPr>
        </p:nvSpPr>
        <p:spPr/>
        <p:txBody>
          <a:bodyPr/>
          <a:lstStyle/>
          <a:p>
            <a:pPr>
              <a:lnSpc>
                <a:spcPct val="100000"/>
              </a:lnSpc>
            </a:pPr>
            <a:r>
              <a:rPr lang="en-IN" dirty="0"/>
              <a:t>Oracle Code Assist (OCA) Hackathon 2026</a:t>
            </a:r>
            <a:br>
              <a:rPr lang="en-IN" dirty="0"/>
            </a:br>
            <a:r>
              <a:rPr lang="en-IN" sz="2000" b="1" dirty="0"/>
              <a:t>Oracle CSS Innovation Studios</a:t>
            </a:r>
            <a:br>
              <a:rPr lang="en-IN" dirty="0"/>
            </a:br>
            <a:endParaRPr lang="en-US" sz="2000" dirty="0"/>
          </a:p>
        </p:txBody>
      </p:sp>
      <p:sp>
        <p:nvSpPr>
          <p:cNvPr id="3" name="Text Placeholder 2">
            <a:extLst>
              <a:ext uri="{FF2B5EF4-FFF2-40B4-BE49-F238E27FC236}">
                <a16:creationId xmlns:a16="http://schemas.microsoft.com/office/drawing/2014/main" id="{BC9741E0-095C-971C-BEC9-2C522F0E1F06}"/>
              </a:ext>
            </a:extLst>
          </p:cNvPr>
          <p:cNvSpPr>
            <a:spLocks noGrp="1"/>
          </p:cNvSpPr>
          <p:nvPr>
            <p:ph type="body" sz="quarter" idx="33"/>
          </p:nvPr>
        </p:nvSpPr>
        <p:spPr/>
        <p:txBody>
          <a:bodyPr/>
          <a:lstStyle/>
          <a:p>
            <a:r>
              <a:rPr dirty="0" err="1"/>
              <a:t>InterMate</a:t>
            </a:r>
            <a:r>
              <a:rPr dirty="0"/>
              <a:t> - Digital Worker</a:t>
            </a:r>
          </a:p>
        </p:txBody>
      </p:sp>
      <p:sp>
        <p:nvSpPr>
          <p:cNvPr id="4" name="Text Placeholder 3">
            <a:extLst>
              <a:ext uri="{FF2B5EF4-FFF2-40B4-BE49-F238E27FC236}">
                <a16:creationId xmlns:a16="http://schemas.microsoft.com/office/drawing/2014/main" id="{187DE8AA-FF01-4C66-0848-8E6BE2545B45}"/>
              </a:ext>
            </a:extLst>
          </p:cNvPr>
          <p:cNvSpPr>
            <a:spLocks noGrp="1"/>
          </p:cNvSpPr>
          <p:nvPr>
            <p:ph type="body" sz="quarter" idx="35"/>
          </p:nvPr>
        </p:nvSpPr>
        <p:spPr>
          <a:xfrm>
            <a:off x="1018030" y="5033945"/>
            <a:ext cx="5077970" cy="266291"/>
          </a:xfrm>
        </p:spPr>
        <p:txBody>
          <a:bodyPr/>
          <a:lstStyle/>
          <a:p>
            <a:r>
              <a:rPr dirty="0"/>
              <a:t>Team </a:t>
            </a:r>
            <a:r>
              <a:rPr dirty="0" err="1"/>
              <a:t>InterMate</a:t>
            </a:r>
            <a:endParaRPr dirty="0"/>
          </a:p>
          <a:p>
            <a:endParaRPr lang="en-US" dirty="0"/>
          </a:p>
        </p:txBody>
      </p:sp>
      <p:sp>
        <p:nvSpPr>
          <p:cNvPr id="5" name="Text Placeholder 4">
            <a:extLst>
              <a:ext uri="{FF2B5EF4-FFF2-40B4-BE49-F238E27FC236}">
                <a16:creationId xmlns:a16="http://schemas.microsoft.com/office/drawing/2014/main" id="{F631E3D4-4D3A-F4EE-8086-666E7370E285}"/>
              </a:ext>
            </a:extLst>
          </p:cNvPr>
          <p:cNvSpPr>
            <a:spLocks noGrp="1"/>
          </p:cNvSpPr>
          <p:nvPr>
            <p:ph type="body" sz="quarter" idx="34"/>
          </p:nvPr>
        </p:nvSpPr>
        <p:spPr>
          <a:xfrm>
            <a:off x="1018030" y="5480395"/>
            <a:ext cx="5077970" cy="895181"/>
          </a:xfrm>
        </p:spPr>
        <p:txBody>
          <a:bodyPr/>
          <a:lstStyle/>
          <a:p>
            <a:r>
              <a:rPr lang="en-IN" b="1" dirty="0"/>
              <a:t>Nisarga Angadi </a:t>
            </a:r>
          </a:p>
          <a:p>
            <a:r>
              <a:rPr b="1" dirty="0"/>
              <a:t>Gaurav Mahna </a:t>
            </a:r>
            <a:endParaRPr lang="en-US" b="1" dirty="0"/>
          </a:p>
          <a:p>
            <a:endParaRPr lang="en-US" dirty="0"/>
          </a:p>
        </p:txBody>
      </p:sp>
      <p:sp>
        <p:nvSpPr>
          <p:cNvPr id="7" name="TextBox 6">
            <a:extLst>
              <a:ext uri="{FF2B5EF4-FFF2-40B4-BE49-F238E27FC236}">
                <a16:creationId xmlns:a16="http://schemas.microsoft.com/office/drawing/2014/main" id="{FE0BF67F-F48F-2F13-71BB-1602C5DE94DA}"/>
              </a:ext>
            </a:extLst>
          </p:cNvPr>
          <p:cNvSpPr txBox="1"/>
          <p:nvPr/>
        </p:nvSpPr>
        <p:spPr>
          <a:xfrm>
            <a:off x="9622972" y="174563"/>
            <a:ext cx="2677885" cy="369332"/>
          </a:xfrm>
          <a:prstGeom prst="rect">
            <a:avLst/>
          </a:prstGeom>
          <a:noFill/>
        </p:spPr>
        <p:txBody>
          <a:bodyPr wrap="square">
            <a:spAutoFit/>
          </a:bodyPr>
          <a:lstStyle/>
          <a:p>
            <a:r>
              <a:rPr lang="en-US" sz="1800" dirty="0"/>
              <a:t>(Submission Template)</a:t>
            </a:r>
            <a:endParaRPr lang="en-US" dirty="0"/>
          </a:p>
        </p:txBody>
      </p:sp>
      <p:sp>
        <p:nvSpPr>
          <p:cNvPr id="10" name="Text Placeholder 3">
            <a:extLst>
              <a:ext uri="{FF2B5EF4-FFF2-40B4-BE49-F238E27FC236}">
                <a16:creationId xmlns:a16="http://schemas.microsoft.com/office/drawing/2014/main" id="{14AB37BF-F6D4-C5FF-0EBC-E71D1A476985}"/>
              </a:ext>
            </a:extLst>
          </p:cNvPr>
          <p:cNvSpPr txBox="1">
            <a:spLocks/>
          </p:cNvSpPr>
          <p:nvPr/>
        </p:nvSpPr>
        <p:spPr>
          <a:xfrm>
            <a:off x="1018030" y="4219072"/>
            <a:ext cx="10248684" cy="266291"/>
          </a:xfrm>
          <a:prstGeom prst="rect">
            <a:avLst/>
          </a:prstGeom>
          <a:noFill/>
        </p:spPr>
        <p:txBody>
          <a:bodyPr vert="horz" lIns="0" tIns="0" rIns="0" bIns="0" rtlCol="0">
            <a:noAutofit/>
          </a:bodyPr>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1"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dirty="0"/>
              <a:t>Submission Category:</a:t>
            </a:r>
          </a:p>
        </p:txBody>
      </p:sp>
      <p:sp>
        <p:nvSpPr>
          <p:cNvPr id="8" name="TextBox 7">
            <a:extLst>
              <a:ext uri="{FF2B5EF4-FFF2-40B4-BE49-F238E27FC236}">
                <a16:creationId xmlns:a16="http://schemas.microsoft.com/office/drawing/2014/main" id="{37A00A41-8E1A-FF0A-C9A2-A0D55B9D5CE2}"/>
              </a:ext>
            </a:extLst>
          </p:cNvPr>
          <p:cNvSpPr txBox="1"/>
          <p:nvPr/>
        </p:nvSpPr>
        <p:spPr>
          <a:xfrm>
            <a:off x="971658" y="3860800"/>
            <a:ext cx="6150428" cy="261610"/>
          </a:xfrm>
          <a:prstGeom prst="rect">
            <a:avLst/>
          </a:prstGeom>
          <a:noFill/>
        </p:spPr>
        <p:txBody>
          <a:bodyPr wrap="square">
            <a:spAutoFit/>
          </a:bodyPr>
          <a:lstStyle/>
          <a:p>
            <a:r>
              <a:rPr lang="en-IN" sz="1100" dirty="0"/>
              <a:t>Digital Worker for Intern Productivity and Operational Visibility</a:t>
            </a:r>
            <a:endParaRPr lang="en-US" sz="1100" dirty="0"/>
          </a:p>
        </p:txBody>
      </p:sp>
      <p:sp>
        <p:nvSpPr>
          <p:cNvPr id="9" name="Right Brace 8">
            <a:extLst>
              <a:ext uri="{FF2B5EF4-FFF2-40B4-BE49-F238E27FC236}">
                <a16:creationId xmlns:a16="http://schemas.microsoft.com/office/drawing/2014/main" id="{F83DDED6-A03C-1523-E4EC-71CB6477F6BA}"/>
              </a:ext>
            </a:extLst>
          </p:cNvPr>
          <p:cNvSpPr/>
          <p:nvPr/>
        </p:nvSpPr>
        <p:spPr>
          <a:xfrm>
            <a:off x="2786743" y="5480395"/>
            <a:ext cx="163286" cy="58294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D2D6E53-047D-CF37-4F20-49277380F29D}"/>
              </a:ext>
            </a:extLst>
          </p:cNvPr>
          <p:cNvSpPr txBox="1"/>
          <p:nvPr/>
        </p:nvSpPr>
        <p:spPr>
          <a:xfrm>
            <a:off x="3020786" y="5587203"/>
            <a:ext cx="6150428" cy="369332"/>
          </a:xfrm>
          <a:prstGeom prst="rect">
            <a:avLst/>
          </a:prstGeom>
          <a:noFill/>
        </p:spPr>
        <p:txBody>
          <a:bodyPr wrap="square">
            <a:spAutoFit/>
          </a:bodyPr>
          <a:lstStyle/>
          <a:p>
            <a:r>
              <a:rPr lang="en-IN" b="1" dirty="0">
                <a:cs typeface="Oracle Sans Tab" panose="020B0503020204020204" pitchFamily="34" charset="0"/>
              </a:rPr>
              <a:t>+ Codex (AI Pair Engineer)</a:t>
            </a:r>
          </a:p>
        </p:txBody>
      </p:sp>
    </p:spTree>
    <p:extLst>
      <p:ext uri="{BB962C8B-B14F-4D97-AF65-F5344CB8AC3E}">
        <p14:creationId xmlns:p14="http://schemas.microsoft.com/office/powerpoint/2010/main" val="276577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6AB0048F-1B5A-6567-9824-36E5FAE5EC7D}"/>
              </a:ext>
            </a:extLst>
          </p:cNvPr>
          <p:cNvSpPr>
            <a:spLocks noGrp="1"/>
          </p:cNvSpPr>
          <p:nvPr>
            <p:ph type="body" sz="quarter" idx="11"/>
          </p:nvPr>
        </p:nvSpPr>
        <p:spPr/>
        <p:txBody>
          <a:bodyPr/>
          <a:lstStyle/>
          <a:p>
            <a:r>
              <a:rPr lang="en-US" dirty="0"/>
              <a:t>Executive Brief</a:t>
            </a:r>
          </a:p>
        </p:txBody>
      </p:sp>
      <p:sp>
        <p:nvSpPr>
          <p:cNvPr id="7" name="Title 1">
            <a:extLst>
              <a:ext uri="{FF2B5EF4-FFF2-40B4-BE49-F238E27FC236}">
                <a16:creationId xmlns:a16="http://schemas.microsoft.com/office/drawing/2014/main" id="{82C38EA8-9123-4F3C-15A0-29446CAC0196}"/>
              </a:ext>
            </a:extLst>
          </p:cNvPr>
          <p:cNvSpPr>
            <a:spLocks noGrp="1"/>
          </p:cNvSpPr>
          <p:nvPr>
            <p:ph type="title"/>
          </p:nvPr>
        </p:nvSpPr>
        <p:spPr/>
        <p:txBody>
          <a:bodyPr/>
          <a:lstStyle/>
          <a:p>
            <a:r>
              <a:rPr lang="en-US" dirty="0"/>
              <a:t>Business Idea</a:t>
            </a:r>
          </a:p>
        </p:txBody>
      </p:sp>
      <p:sp>
        <p:nvSpPr>
          <p:cNvPr id="8" name="Rectangle 7">
            <a:extLst>
              <a:ext uri="{FF2B5EF4-FFF2-40B4-BE49-F238E27FC236}">
                <a16:creationId xmlns:a16="http://schemas.microsoft.com/office/drawing/2014/main" id="{EC12C7E3-8700-0761-6D88-982FB11AFF9A}"/>
              </a:ext>
            </a:extLst>
          </p:cNvPr>
          <p:cNvSpPr/>
          <p:nvPr/>
        </p:nvSpPr>
        <p:spPr>
          <a:xfrm>
            <a:off x="271347" y="1692508"/>
            <a:ext cx="7444154" cy="2043722"/>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b="1" dirty="0">
                <a:solidFill>
                  <a:schemeClr val="tx1"/>
                </a:solidFill>
              </a:rPr>
              <a:t>Problem Statement:</a:t>
            </a:r>
          </a:p>
          <a:p>
            <a:pPr marL="285750" indent="-285750">
              <a:lnSpc>
                <a:spcPct val="90000"/>
              </a:lnSpc>
              <a:buFont typeface="Arial" panose="020B0604020202020204" pitchFamily="34" charset="0"/>
              <a:buChar char="•"/>
            </a:pPr>
            <a:r>
              <a:rPr dirty="0">
                <a:solidFill>
                  <a:schemeClr val="tx1"/>
                </a:solidFill>
              </a:rPr>
              <a:t>1) Interns struggle to consistently log daily tasks, dependencies, and progress.</a:t>
            </a:r>
            <a:br>
              <a:rPr dirty="0">
                <a:solidFill>
                  <a:schemeClr val="tx1"/>
                </a:solidFill>
              </a:rPr>
            </a:br>
            <a:r>
              <a:rPr dirty="0">
                <a:solidFill>
                  <a:schemeClr val="tx1"/>
                </a:solidFill>
              </a:rPr>
              <a:t>2) Mentors and managers lack real-time visibility into blockers and review status.</a:t>
            </a:r>
            <a:br>
              <a:rPr dirty="0">
                <a:solidFill>
                  <a:schemeClr val="tx1"/>
                </a:solidFill>
              </a:rPr>
            </a:br>
            <a:r>
              <a:rPr dirty="0">
                <a:solidFill>
                  <a:schemeClr val="tx1"/>
                </a:solidFill>
              </a:rPr>
              <a:t>3) AI usage in task execution is not captured with accountability.</a:t>
            </a:r>
            <a:br>
              <a:rPr dirty="0">
                <a:solidFill>
                  <a:schemeClr val="tx1"/>
                </a:solidFill>
              </a:rPr>
            </a:br>
            <a:r>
              <a:rPr dirty="0">
                <a:solidFill>
                  <a:schemeClr val="tx1"/>
                </a:solidFill>
              </a:rPr>
              <a:t>4) Reporting for HR/leadership is fragmented and manual.</a:t>
            </a:r>
          </a:p>
        </p:txBody>
      </p:sp>
      <p:sp>
        <p:nvSpPr>
          <p:cNvPr id="9" name="Rectangle 8">
            <a:extLst>
              <a:ext uri="{FF2B5EF4-FFF2-40B4-BE49-F238E27FC236}">
                <a16:creationId xmlns:a16="http://schemas.microsoft.com/office/drawing/2014/main" id="{2261FFC2-D1D7-EEE4-5BB5-D42E6D3FDF3B}"/>
              </a:ext>
            </a:extLst>
          </p:cNvPr>
          <p:cNvSpPr/>
          <p:nvPr/>
        </p:nvSpPr>
        <p:spPr>
          <a:xfrm>
            <a:off x="271347" y="3901712"/>
            <a:ext cx="7444154" cy="2323214"/>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b="1" dirty="0">
                <a:solidFill>
                  <a:schemeClr val="tx1"/>
                </a:solidFill>
              </a:rPr>
              <a:t>Solution – Digital Worker:</a:t>
            </a:r>
            <a:endParaRPr lang="en-US" sz="1600" dirty="0">
              <a:solidFill>
                <a:schemeClr val="tx1"/>
              </a:solidFill>
            </a:endParaRPr>
          </a:p>
          <a:p>
            <a:pPr marL="285750" indent="-285750">
              <a:lnSpc>
                <a:spcPct val="90000"/>
              </a:lnSpc>
              <a:buFont typeface="Arial" panose="020B0604020202020204" pitchFamily="34" charset="0"/>
              <a:buChar char="•"/>
            </a:pPr>
            <a:r>
              <a:rPr dirty="0" err="1">
                <a:solidFill>
                  <a:schemeClr val="tx1"/>
                </a:solidFill>
              </a:rPr>
              <a:t>InterMate</a:t>
            </a:r>
            <a:r>
              <a:rPr dirty="0">
                <a:solidFill>
                  <a:schemeClr val="tx1"/>
                </a:solidFill>
              </a:rPr>
              <a:t> is a role-aware digital worker platform where interns, mentors, and managers can create, update, and review tasks. It combines structured daily logging, workflow governance, blocker tracking, KPI dashboards, exports, and responsible AI usage tracking. </a:t>
            </a:r>
            <a:r>
              <a:rPr dirty="0" err="1">
                <a:solidFill>
                  <a:schemeClr val="tx1"/>
                </a:solidFill>
              </a:rPr>
              <a:t>InterMate</a:t>
            </a:r>
            <a:r>
              <a:rPr dirty="0">
                <a:solidFill>
                  <a:schemeClr val="tx1"/>
                </a:solidFill>
              </a:rPr>
              <a:t> is designed to work with Codex via MCP connector for guided task updates and team self-service.</a:t>
            </a:r>
          </a:p>
        </p:txBody>
      </p:sp>
      <p:sp>
        <p:nvSpPr>
          <p:cNvPr id="10" name="Rectangle 9">
            <a:extLst>
              <a:ext uri="{FF2B5EF4-FFF2-40B4-BE49-F238E27FC236}">
                <a16:creationId xmlns:a16="http://schemas.microsoft.com/office/drawing/2014/main" id="{E06FAF0C-F4F0-C4B0-8F2C-E4B185FB919A}"/>
              </a:ext>
            </a:extLst>
          </p:cNvPr>
          <p:cNvSpPr/>
          <p:nvPr/>
        </p:nvSpPr>
        <p:spPr>
          <a:xfrm>
            <a:off x="7840546" y="3901712"/>
            <a:ext cx="3515114" cy="2323214"/>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b="1" dirty="0">
                <a:solidFill>
                  <a:schemeClr val="tx1"/>
                </a:solidFill>
              </a:rPr>
              <a:t>Expected Outcomes or Improvements</a:t>
            </a:r>
            <a:endParaRPr lang="en-US" sz="1600" dirty="0">
              <a:solidFill>
                <a:schemeClr val="tx1"/>
              </a:solidFill>
            </a:endParaRPr>
          </a:p>
          <a:p>
            <a:pPr marL="285750" indent="-285750">
              <a:lnSpc>
                <a:spcPct val="90000"/>
              </a:lnSpc>
              <a:buFont typeface="Arial" panose="020B0604020202020204" pitchFamily="34" charset="0"/>
              <a:buChar char="•"/>
            </a:pPr>
            <a:r>
              <a:rPr dirty="0">
                <a:solidFill>
                  <a:schemeClr val="tx1"/>
                </a:solidFill>
              </a:rPr>
              <a:t>- Faster daily reporting and lower follow-up overhead</a:t>
            </a:r>
            <a:br>
              <a:rPr dirty="0">
                <a:solidFill>
                  <a:schemeClr val="tx1"/>
                </a:solidFill>
              </a:rPr>
            </a:br>
            <a:r>
              <a:rPr dirty="0">
                <a:solidFill>
                  <a:schemeClr val="tx1"/>
                </a:solidFill>
              </a:rPr>
              <a:t>- Better mentor/manager decision support via filtered KPIs</a:t>
            </a:r>
            <a:br>
              <a:rPr dirty="0">
                <a:solidFill>
                  <a:schemeClr val="tx1"/>
                </a:solidFill>
              </a:rPr>
            </a:br>
            <a:r>
              <a:rPr dirty="0">
                <a:solidFill>
                  <a:schemeClr val="tx1"/>
                </a:solidFill>
              </a:rPr>
              <a:t>- Improved blocker resolution with dependency visibility</a:t>
            </a:r>
            <a:br>
              <a:rPr dirty="0">
                <a:solidFill>
                  <a:schemeClr val="tx1"/>
                </a:solidFill>
              </a:rPr>
            </a:br>
            <a:r>
              <a:rPr dirty="0">
                <a:solidFill>
                  <a:schemeClr val="tx1"/>
                </a:solidFill>
              </a:rPr>
              <a:t>- Stronger AI accountability through human-review </a:t>
            </a:r>
            <a:r>
              <a:rPr dirty="0"/>
              <a:t>tracking</a:t>
            </a:r>
          </a:p>
          <a:p>
            <a:pPr>
              <a:lnSpc>
                <a:spcPct val="90000"/>
              </a:lnSpc>
            </a:pPr>
            <a:endParaRPr lang="en-US" sz="1600" dirty="0">
              <a:solidFill>
                <a:schemeClr val="tx1"/>
              </a:solidFill>
            </a:endParaRPr>
          </a:p>
        </p:txBody>
      </p:sp>
      <p:sp>
        <p:nvSpPr>
          <p:cNvPr id="11" name="Rectangle 10">
            <a:extLst>
              <a:ext uri="{FF2B5EF4-FFF2-40B4-BE49-F238E27FC236}">
                <a16:creationId xmlns:a16="http://schemas.microsoft.com/office/drawing/2014/main" id="{42D9BF8A-826F-B2CA-6452-84C67A642710}"/>
              </a:ext>
            </a:extLst>
          </p:cNvPr>
          <p:cNvSpPr/>
          <p:nvPr/>
        </p:nvSpPr>
        <p:spPr>
          <a:xfrm>
            <a:off x="7840546" y="1689267"/>
            <a:ext cx="3515114" cy="2046963"/>
          </a:xfrm>
          <a:prstGeom prst="rect">
            <a:avLst/>
          </a:prstGeom>
          <a:solidFill>
            <a:schemeClr val="bg1">
              <a:lumMod val="95000"/>
              <a:alpha val="40000"/>
            </a:schemeClr>
          </a:solidFill>
          <a:ln w="19050">
            <a:solidFill>
              <a:schemeClr val="bg1">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b="1" dirty="0">
                <a:solidFill>
                  <a:schemeClr val="tx1"/>
                </a:solidFill>
              </a:rPr>
              <a:t>Who face this problem ?</a:t>
            </a:r>
          </a:p>
          <a:p>
            <a:pPr marL="285750" indent="-285750">
              <a:lnSpc>
                <a:spcPct val="90000"/>
              </a:lnSpc>
              <a:buFont typeface="Arial" panose="020B0604020202020204" pitchFamily="34" charset="0"/>
              <a:buChar char="•"/>
            </a:pPr>
            <a:r>
              <a:rPr dirty="0">
                <a:solidFill>
                  <a:schemeClr val="tx1"/>
                </a:solidFill>
              </a:rPr>
              <a:t>Interns, Mentors, Managers, HR, Program Admins</a:t>
            </a:r>
          </a:p>
        </p:txBody>
      </p:sp>
    </p:spTree>
    <p:extLst>
      <p:ext uri="{BB962C8B-B14F-4D97-AF65-F5344CB8AC3E}">
        <p14:creationId xmlns:p14="http://schemas.microsoft.com/office/powerpoint/2010/main" val="71930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4BB91-2ABF-1439-18AC-BD02C4921A79}"/>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6FB4A373-EDC5-61C1-94FB-365E8BFD5874}"/>
              </a:ext>
            </a:extLst>
          </p:cNvPr>
          <p:cNvSpPr>
            <a:spLocks noGrp="1"/>
          </p:cNvSpPr>
          <p:nvPr>
            <p:ph type="body" sz="quarter" idx="11"/>
          </p:nvPr>
        </p:nvSpPr>
        <p:spPr/>
        <p:txBody>
          <a:bodyPr/>
          <a:lstStyle/>
          <a:p>
            <a:r>
              <a:rPr lang="en-US" dirty="0"/>
              <a:t>Executive Brief</a:t>
            </a:r>
          </a:p>
        </p:txBody>
      </p:sp>
      <p:sp>
        <p:nvSpPr>
          <p:cNvPr id="18" name="Content Placeholder 17">
            <a:extLst>
              <a:ext uri="{FF2B5EF4-FFF2-40B4-BE49-F238E27FC236}">
                <a16:creationId xmlns:a16="http://schemas.microsoft.com/office/drawing/2014/main" id="{6AC839AE-FAD4-F026-C7AC-18F44F005A1D}"/>
              </a:ext>
            </a:extLst>
          </p:cNvPr>
          <p:cNvSpPr>
            <a:spLocks noGrp="1"/>
          </p:cNvSpPr>
          <p:nvPr>
            <p:ph sz="quarter" idx="14"/>
          </p:nvPr>
        </p:nvSpPr>
        <p:spPr/>
        <p:txBody>
          <a:bodyPr/>
          <a:lstStyle/>
          <a:p>
            <a:r>
              <a:t>What is InterMate Digital Worker?</a:t>
            </a:r>
          </a:p>
          <a:p>
            <a:pPr marL="285750" indent="-285750">
              <a:buFont typeface="Arial" panose="020B0604020202020204" pitchFamily="34" charset="0"/>
              <a:buChar char="•"/>
            </a:pPr>
            <a:r>
              <a:t>A structured execution workspace for intern task lifecycle and guided collaboration.</a:t>
            </a:r>
          </a:p>
          <a:p>
            <a:pPr marL="285750" indent="-285750">
              <a:buFont typeface="Arial" panose="020B0604020202020204" pitchFamily="34" charset="0"/>
              <a:buChar char="•"/>
            </a:pPr>
            <a:r>
              <a:t>Tasks assisted: daily task logging, assignment, progress updates, blocker escalation, mentor review, reporting.</a:t>
            </a:r>
          </a:p>
          <a:p>
            <a:pPr marL="285750" indent="-285750">
              <a:buFont typeface="Arial" panose="020B0604020202020204" pitchFamily="34" charset="0"/>
              <a:buChar char="•"/>
            </a:pPr>
            <a:r>
              <a:t>Workflow improved: Draft -&gt; Submitted -&gt; Reviewed -&gt; Reopened -&gt; Closed with role-specific controls.</a:t>
            </a:r>
          </a:p>
          <a:p>
            <a:pPr marL="285750" indent="-285750">
              <a:buFont typeface="Arial" panose="020B0604020202020204" pitchFamily="34" charset="0"/>
              <a:buChar char="•"/>
            </a:pPr>
            <a:r>
              <a:t>Human review: mentor/manager review actions + mandatory update traceability for intern edits.</a:t>
            </a:r>
          </a:p>
          <a:p>
            <a:endParaRPr lang="en-US" dirty="0"/>
          </a:p>
        </p:txBody>
      </p:sp>
      <p:sp>
        <p:nvSpPr>
          <p:cNvPr id="19" name="Content Placeholder 18">
            <a:extLst>
              <a:ext uri="{FF2B5EF4-FFF2-40B4-BE49-F238E27FC236}">
                <a16:creationId xmlns:a16="http://schemas.microsoft.com/office/drawing/2014/main" id="{94549D3C-5B76-F70B-A666-799C528EDD9A}"/>
              </a:ext>
            </a:extLst>
          </p:cNvPr>
          <p:cNvSpPr>
            <a:spLocks noGrp="1"/>
          </p:cNvSpPr>
          <p:nvPr>
            <p:ph sz="quarter" idx="15"/>
          </p:nvPr>
        </p:nvSpPr>
        <p:spPr/>
        <p:txBody>
          <a:bodyPr/>
          <a:lstStyle/>
          <a:p>
            <a:r>
              <a:t>Flow: Task Create/Assign -&gt; Daily Update -&gt; Blocker/Dependency Capture -&gt; Review/Reopen -&gt; Closure -&gt; KPI/Export</a:t>
            </a:r>
            <a:br/>
            <a:br/>
            <a:r>
              <a:t>Codex + MCP mode: Teams can update/create tasks through controlled prompts, then submit changes with human review.</a:t>
            </a:r>
            <a:endParaRPr lang="en-US"/>
          </a:p>
        </p:txBody>
      </p:sp>
      <p:sp>
        <p:nvSpPr>
          <p:cNvPr id="9" name="Title 1">
            <a:extLst>
              <a:ext uri="{FF2B5EF4-FFF2-40B4-BE49-F238E27FC236}">
                <a16:creationId xmlns:a16="http://schemas.microsoft.com/office/drawing/2014/main" id="{C41D67A4-630A-B09D-9EC1-BED58ACB58F1}"/>
              </a:ext>
            </a:extLst>
          </p:cNvPr>
          <p:cNvSpPr>
            <a:spLocks noGrp="1"/>
          </p:cNvSpPr>
          <p:nvPr>
            <p:ph type="title"/>
          </p:nvPr>
        </p:nvSpPr>
        <p:spPr/>
        <p:txBody>
          <a:bodyPr/>
          <a:lstStyle/>
          <a:p>
            <a:r>
              <a:rPr lang="en-US" dirty="0"/>
              <a:t>Digital Worker</a:t>
            </a:r>
          </a:p>
        </p:txBody>
      </p:sp>
      <p:sp>
        <p:nvSpPr>
          <p:cNvPr id="23" name="Shape 10">
            <a:extLst>
              <a:ext uri="{FF2B5EF4-FFF2-40B4-BE49-F238E27FC236}">
                <a16:creationId xmlns:a16="http://schemas.microsoft.com/office/drawing/2014/main" id="{F62B6B28-FF74-2ED9-CAE2-31D991FCC101}"/>
              </a:ext>
            </a:extLst>
          </p:cNvPr>
          <p:cNvSpPr/>
          <p:nvPr/>
        </p:nvSpPr>
        <p:spPr>
          <a:xfrm>
            <a:off x="766763" y="3122022"/>
            <a:ext cx="5239974" cy="1097280"/>
          </a:xfrm>
          <a:prstGeom prst="roundRect">
            <a:avLst>
              <a:gd name="adj" fmla="val 4167"/>
            </a:avLst>
          </a:prstGeom>
          <a:solidFill>
            <a:srgbClr val="FFF8EC"/>
          </a:solidFill>
          <a:ln w="12700">
            <a:solidFill>
              <a:srgbClr val="F3B24A"/>
            </a:solidFill>
            <a:prstDash val="solid"/>
          </a:ln>
        </p:spPr>
        <p:txBody>
          <a:bodyPr/>
          <a:lstStyle/>
          <a:p>
            <a:r>
              <a:rPr lang="en-US" dirty="0"/>
              <a:t>Tip: </a:t>
            </a:r>
          </a:p>
          <a:p>
            <a:r>
              <a:rPr lang="en-US" dirty="0"/>
              <a:t>Keep this slide business-focused, clear, and low on technical detail.</a:t>
            </a:r>
          </a:p>
          <a:p>
            <a:endParaRPr lang="en-US" dirty="0"/>
          </a:p>
        </p:txBody>
      </p:sp>
      <p:sp>
        <p:nvSpPr>
          <p:cNvPr id="25" name="Text 15">
            <a:extLst>
              <a:ext uri="{FF2B5EF4-FFF2-40B4-BE49-F238E27FC236}">
                <a16:creationId xmlns:a16="http://schemas.microsoft.com/office/drawing/2014/main" id="{6AFD1346-022B-D5EA-808B-C184F9B37E86}"/>
              </a:ext>
            </a:extLst>
          </p:cNvPr>
          <p:cNvSpPr/>
          <p:nvPr/>
        </p:nvSpPr>
        <p:spPr>
          <a:xfrm>
            <a:off x="6246223" y="1345524"/>
            <a:ext cx="2011680" cy="182880"/>
          </a:xfrm>
          <a:prstGeom prst="rect">
            <a:avLst/>
          </a:prstGeom>
          <a:noFill/>
          <a:ln/>
        </p:spPr>
        <p:txBody>
          <a:bodyPr wrap="square" rtlCol="0" anchor="ctr"/>
          <a:lstStyle/>
          <a:p>
            <a:pPr marL="0" indent="0">
              <a:buNone/>
            </a:pPr>
            <a:r>
              <a:rPr lang="en-US" sz="1400" b="1" dirty="0">
                <a:solidFill>
                  <a:srgbClr val="121722"/>
                </a:solidFill>
              </a:rPr>
              <a:t>Digital Worker Flow</a:t>
            </a:r>
            <a:endParaRPr lang="en-US" sz="1400" dirty="0"/>
          </a:p>
        </p:txBody>
      </p:sp>
    </p:spTree>
    <p:extLst>
      <p:ext uri="{BB962C8B-B14F-4D97-AF65-F5344CB8AC3E}">
        <p14:creationId xmlns:p14="http://schemas.microsoft.com/office/powerpoint/2010/main" val="1231368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452138A-C018-89E4-30C2-94AFD2BE821C}"/>
              </a:ext>
            </a:extLst>
          </p:cNvPr>
          <p:cNvSpPr>
            <a:spLocks noGrp="1"/>
          </p:cNvSpPr>
          <p:nvPr>
            <p:ph type="body" sz="quarter" idx="11"/>
          </p:nvPr>
        </p:nvSpPr>
        <p:spPr>
          <a:xfrm>
            <a:off x="762000" y="1024235"/>
            <a:ext cx="11004884" cy="330540"/>
          </a:xfrm>
        </p:spPr>
        <p:txBody>
          <a:bodyPr/>
          <a:lstStyle/>
          <a:p>
            <a:r>
              <a:rPr lang="en-US" dirty="0"/>
              <a:t>Show the high-level architecture, tech stack, and how Oracle Code Assist accelerated the build.</a:t>
            </a:r>
          </a:p>
        </p:txBody>
      </p:sp>
      <p:sp>
        <p:nvSpPr>
          <p:cNvPr id="3" name="Title 1">
            <a:extLst>
              <a:ext uri="{FF2B5EF4-FFF2-40B4-BE49-F238E27FC236}">
                <a16:creationId xmlns:a16="http://schemas.microsoft.com/office/drawing/2014/main" id="{6A0B9106-960E-221A-F2F5-E524C05F78D9}"/>
              </a:ext>
            </a:extLst>
          </p:cNvPr>
          <p:cNvSpPr>
            <a:spLocks noGrp="1"/>
          </p:cNvSpPr>
          <p:nvPr>
            <p:ph type="title"/>
          </p:nvPr>
        </p:nvSpPr>
        <p:spPr/>
        <p:txBody>
          <a:bodyPr/>
          <a:lstStyle/>
          <a:p>
            <a:r>
              <a:rPr lang="en-US" dirty="0"/>
              <a:t>Architecture</a:t>
            </a:r>
          </a:p>
        </p:txBody>
      </p:sp>
      <p:sp>
        <p:nvSpPr>
          <p:cNvPr id="4" name="TextBox 3">
            <a:extLst>
              <a:ext uri="{FF2B5EF4-FFF2-40B4-BE49-F238E27FC236}">
                <a16:creationId xmlns:a16="http://schemas.microsoft.com/office/drawing/2014/main" id="{FF1D4EC5-0B71-5C48-FC8B-5DC87FA3A3CD}"/>
              </a:ext>
            </a:extLst>
          </p:cNvPr>
          <p:cNvSpPr txBox="1"/>
          <p:nvPr/>
        </p:nvSpPr>
        <p:spPr>
          <a:xfrm>
            <a:off x="1139160" y="1535417"/>
            <a:ext cx="9237785" cy="523220"/>
          </a:xfrm>
          <a:prstGeom prst="rect">
            <a:avLst/>
          </a:prstGeom>
          <a:noFill/>
        </p:spPr>
        <p:txBody>
          <a:bodyPr wrap="square" rtlCol="0">
            <a:spAutoFit/>
          </a:bodyPr>
          <a:lstStyle/>
          <a:p>
            <a:pPr algn="ctr"/>
            <a:r>
              <a:rPr dirty="0"/>
              <a:t>Architecture (Implemented):</a:t>
            </a:r>
            <a:br>
              <a:rPr dirty="0"/>
            </a:br>
            <a:r>
              <a:rPr dirty="0"/>
              <a:t>- Frontend: Django Templates + Bootstrap UI (Redwood-inspired design)</a:t>
            </a:r>
            <a:br>
              <a:rPr dirty="0"/>
            </a:br>
            <a:r>
              <a:rPr dirty="0"/>
              <a:t>- Backend: Django + DRF APIs + role-based authorization</a:t>
            </a:r>
            <a:br>
              <a:rPr dirty="0"/>
            </a:br>
            <a:r>
              <a:rPr dirty="0"/>
              <a:t>- Database: SQLite (phase-1), portability planned for PostgreSQL/MySQL</a:t>
            </a:r>
            <a:br>
              <a:rPr dirty="0"/>
            </a:br>
            <a:r>
              <a:rPr dirty="0"/>
              <a:t>- Core modules: Intern/Project, Daily Logs, AI Usage, Review Comments, Audit Logs, Reports</a:t>
            </a:r>
            <a:br>
              <a:rPr dirty="0"/>
            </a:br>
            <a:r>
              <a:rPr dirty="0"/>
              <a:t>- Governance: edit permissions (owner/assigned intern/manager/admin), JIRA-style change logs</a:t>
            </a:r>
            <a:br>
              <a:rPr dirty="0"/>
            </a:br>
            <a:r>
              <a:rPr dirty="0"/>
              <a:t>- Reporting: KPI views, filters, pagination, CSV/XLSX/PDF exports</a:t>
            </a:r>
            <a:br>
              <a:rPr dirty="0"/>
            </a:br>
            <a:br>
              <a:rPr dirty="0"/>
            </a:br>
            <a:r>
              <a:rPr dirty="0"/>
              <a:t>Oracle Code Assist Acceleration:</a:t>
            </a:r>
            <a:br>
              <a:rPr dirty="0"/>
            </a:br>
            <a:r>
              <a:rPr dirty="0"/>
              <a:t>- Rapid scaffold and refactor of models/views/templates</a:t>
            </a:r>
            <a:br>
              <a:rPr dirty="0"/>
            </a:br>
            <a:r>
              <a:rPr dirty="0"/>
              <a:t>- Faster implementation of role checks, filters, pagination, and exports</a:t>
            </a:r>
            <a:br>
              <a:rPr dirty="0"/>
            </a:br>
            <a:r>
              <a:rPr dirty="0"/>
              <a:t>- Faster bug isolation (routing conflicts, permission edge cases) and test closure</a:t>
            </a:r>
            <a:br>
              <a:rPr dirty="0"/>
            </a:br>
            <a:br>
              <a:rPr dirty="0"/>
            </a:br>
            <a:r>
              <a:rPr dirty="0"/>
              <a:t>MCP Readiness:</a:t>
            </a:r>
            <a:br>
              <a:rPr dirty="0"/>
            </a:br>
            <a:r>
              <a:rPr dirty="0"/>
              <a:t>- </a:t>
            </a:r>
            <a:r>
              <a:rPr dirty="0" err="1"/>
              <a:t>InterMate</a:t>
            </a:r>
            <a:r>
              <a:rPr dirty="0"/>
              <a:t> is designed for Codex via MCP connector to enable prompt-driven task create/update workflows with human validation.</a:t>
            </a:r>
          </a:p>
        </p:txBody>
      </p:sp>
    </p:spTree>
    <p:extLst>
      <p:ext uri="{BB962C8B-B14F-4D97-AF65-F5344CB8AC3E}">
        <p14:creationId xmlns:p14="http://schemas.microsoft.com/office/powerpoint/2010/main" val="28665097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2B73A035-07E8-5BF9-1C7F-515A220F9EAA}"/>
              </a:ext>
            </a:extLst>
          </p:cNvPr>
          <p:cNvSpPr>
            <a:spLocks noGrp="1"/>
          </p:cNvSpPr>
          <p:nvPr>
            <p:ph type="body" sz="quarter" idx="11"/>
          </p:nvPr>
        </p:nvSpPr>
        <p:spPr/>
        <p:txBody>
          <a:bodyPr/>
          <a:lstStyle/>
          <a:p>
            <a:r>
              <a:rPr lang="en-US" dirty="0"/>
              <a:t>How This “Digital Worker” Works ?</a:t>
            </a:r>
          </a:p>
        </p:txBody>
      </p:sp>
      <p:sp>
        <p:nvSpPr>
          <p:cNvPr id="9" name="Content Placeholder 7">
            <a:extLst>
              <a:ext uri="{FF2B5EF4-FFF2-40B4-BE49-F238E27FC236}">
                <a16:creationId xmlns:a16="http://schemas.microsoft.com/office/drawing/2014/main" id="{BBC0289D-CD2B-8C62-53D5-2FE1953311DE}"/>
              </a:ext>
            </a:extLst>
          </p:cNvPr>
          <p:cNvSpPr>
            <a:spLocks noGrp="1"/>
          </p:cNvSpPr>
          <p:nvPr>
            <p:ph sz="quarter" idx="14"/>
          </p:nvPr>
        </p:nvSpPr>
        <p:spPr/>
        <p:txBody>
          <a:bodyPr/>
          <a:lstStyle/>
          <a:p>
            <a:pPr marL="285750" indent="-285750">
              <a:buFont typeface="Arial" panose="020B0604020202020204" pitchFamily="34" charset="0"/>
              <a:buChar char="•"/>
            </a:pPr>
            <a:r>
              <a:t>Persona workflows:</a:t>
            </a:r>
            <a:br/>
            <a:r>
              <a:t>Intern: creates daily tasks, updates completion, flags blockers, logs AI usage, submits for review.</a:t>
            </a:r>
            <a:br/>
            <a:br/>
            <a:r>
              <a:t>Mentor: reviews submitted tasks, comments, reopens for corrections, supports unblock actions.</a:t>
            </a:r>
            <a:br/>
            <a:br/>
            <a:r>
              <a:t>Manager: can create/assign tasks to any intern, monitor cross-team KPIs, intervene on blockers.</a:t>
            </a:r>
            <a:br/>
            <a:br/>
            <a:r>
              <a:t>HR: uses summary-only reporting for internship health and progress insights.</a:t>
            </a:r>
            <a:br/>
            <a:br/>
            <a:r>
              <a:t>Admin: full control of users, master data, permissions, and governance.</a:t>
            </a:r>
            <a:br/>
            <a:br/>
            <a:r>
              <a:t>Codex + MCP interaction:</a:t>
            </a:r>
            <a:br/>
            <a:r>
              <a:t>- Team members can use guided prompts to draft/update task entries.</a:t>
            </a:r>
            <a:br/>
            <a:r>
              <a:t>- Changes remain traceable and reviewable before final closure.</a:t>
            </a:r>
          </a:p>
          <a:p>
            <a:pPr marL="285750" indent="-285750">
              <a:buFont typeface="Arial" panose="020B0604020202020204" pitchFamily="34" charset="0"/>
              <a:buChar char="•"/>
            </a:pPr>
            <a:r>
              <a:rPr lang="en-US" dirty="0"/>
              <a:t>&lt;Go beyond the high level description and go into details, prompts / Oracle Code Assist usage </a:t>
            </a:r>
            <a:r>
              <a:rPr lang="en-US" dirty="0" err="1"/>
              <a:t>etc</a:t>
            </a:r>
            <a:r>
              <a:rPr lang="en-US" dirty="0"/>
              <a:t>&gt;</a:t>
            </a:r>
          </a:p>
          <a:p>
            <a:pPr marL="285750" indent="-285750">
              <a:buFont typeface="Arial" panose="020B0604020202020204" pitchFamily="34" charset="0"/>
              <a:buChar char="•"/>
            </a:pPr>
            <a:r>
              <a:rPr lang="en-US" dirty="0"/>
              <a:t>&lt;Take time to describe this as it gives the judges insight into the quality of your proposal&gt;</a:t>
            </a:r>
          </a:p>
          <a:p>
            <a:pPr marL="285750" indent="-285750">
              <a:buFont typeface="Arial" panose="020B0604020202020204" pitchFamily="34" charset="0"/>
              <a:buChar char="•"/>
            </a:pPr>
            <a:r>
              <a:rPr lang="en-US" dirty="0"/>
              <a:t>&lt;Single, clear, compelling message that states why you are different and worth paying attention&gt;</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p:txBody>
      </p:sp>
      <p:sp>
        <p:nvSpPr>
          <p:cNvPr id="10" name="Title 1">
            <a:extLst>
              <a:ext uri="{FF2B5EF4-FFF2-40B4-BE49-F238E27FC236}">
                <a16:creationId xmlns:a16="http://schemas.microsoft.com/office/drawing/2014/main" id="{C6FB5E47-2DFE-B7C9-5BDC-A64C03ECAF11}"/>
              </a:ext>
            </a:extLst>
          </p:cNvPr>
          <p:cNvSpPr>
            <a:spLocks noGrp="1"/>
          </p:cNvSpPr>
          <p:nvPr>
            <p:ph type="title"/>
          </p:nvPr>
        </p:nvSpPr>
        <p:spPr/>
        <p:txBody>
          <a:bodyPr/>
          <a:lstStyle/>
          <a:p>
            <a:r>
              <a:rPr lang="en-US" dirty="0"/>
              <a:t>Additional Info</a:t>
            </a:r>
          </a:p>
        </p:txBody>
      </p:sp>
    </p:spTree>
    <p:extLst>
      <p:ext uri="{BB962C8B-B14F-4D97-AF65-F5344CB8AC3E}">
        <p14:creationId xmlns:p14="http://schemas.microsoft.com/office/powerpoint/2010/main" val="425997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D1967-C318-4113-FB28-598F3E15335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033AD8E-5321-B29B-B873-619D95E37FA9}"/>
              </a:ext>
            </a:extLst>
          </p:cNvPr>
          <p:cNvSpPr>
            <a:spLocks noGrp="1"/>
          </p:cNvSpPr>
          <p:nvPr>
            <p:ph type="body" sz="quarter" idx="11"/>
          </p:nvPr>
        </p:nvSpPr>
        <p:spPr/>
        <p:txBody>
          <a:bodyPr/>
          <a:lstStyle/>
          <a:p>
            <a:r>
              <a:rPr lang="en-US" dirty="0"/>
              <a:t>Digital Worker</a:t>
            </a:r>
          </a:p>
        </p:txBody>
      </p:sp>
      <p:sp>
        <p:nvSpPr>
          <p:cNvPr id="8" name="Content Placeholder 7">
            <a:extLst>
              <a:ext uri="{FF2B5EF4-FFF2-40B4-BE49-F238E27FC236}">
                <a16:creationId xmlns:a16="http://schemas.microsoft.com/office/drawing/2014/main" id="{4CAD8E3D-267E-32DA-B97C-80FE3845F88B}"/>
              </a:ext>
            </a:extLst>
          </p:cNvPr>
          <p:cNvSpPr>
            <a:spLocks noGrp="1"/>
          </p:cNvSpPr>
          <p:nvPr>
            <p:ph sz="quarter" idx="14"/>
          </p:nvPr>
        </p:nvSpPr>
        <p:spPr/>
        <p:txBody>
          <a:bodyPr/>
          <a:lstStyle/>
          <a:p>
            <a:r>
              <a:rPr lang="en-US" b="1" dirty="0"/>
              <a:t>Business impact</a:t>
            </a:r>
          </a:p>
          <a:p>
            <a:endParaRPr lang="en-US" dirty="0"/>
          </a:p>
          <a:p>
            <a:r>
              <a:t>InterMate improves intern productivity and management visibility by converting manual status reporting into a structured digital workflow. It reduces reporting friction, improves follow-through, and accelerates blocker resolution through a single source of truth.</a:t>
            </a:r>
          </a:p>
        </p:txBody>
      </p:sp>
      <p:sp>
        <p:nvSpPr>
          <p:cNvPr id="9" name="Content Placeholder 8">
            <a:extLst>
              <a:ext uri="{FF2B5EF4-FFF2-40B4-BE49-F238E27FC236}">
                <a16:creationId xmlns:a16="http://schemas.microsoft.com/office/drawing/2014/main" id="{86EF5A82-D6D2-4008-3F6B-9D0FBE8ED2E8}"/>
              </a:ext>
            </a:extLst>
          </p:cNvPr>
          <p:cNvSpPr>
            <a:spLocks noGrp="1"/>
          </p:cNvSpPr>
          <p:nvPr>
            <p:ph sz="quarter" idx="15"/>
          </p:nvPr>
        </p:nvSpPr>
        <p:spPr/>
        <p:txBody>
          <a:bodyPr/>
          <a:lstStyle/>
          <a:p>
            <a:r>
              <a:rPr lang="en-US" b="1" dirty="0">
                <a:solidFill>
                  <a:srgbClr val="121722"/>
                </a:solidFill>
              </a:rPr>
              <a:t>Responsible AI</a:t>
            </a:r>
            <a:endParaRPr lang="en-US" dirty="0"/>
          </a:p>
          <a:p>
            <a:endParaRPr lang="en-US" sz="1400" dirty="0"/>
          </a:p>
          <a:p>
            <a:r>
              <a:t>Human-in-the-loop is enforced through mentor/manager review states, role-based update rights, and audit logs. AI usage is captured per task (tool/type/contribution/review), supporting responsible and transparent usage.</a:t>
            </a:r>
          </a:p>
          <a:p>
            <a:endParaRPr lang="en-US" dirty="0"/>
          </a:p>
        </p:txBody>
      </p:sp>
      <p:sp>
        <p:nvSpPr>
          <p:cNvPr id="10" name="Content Placeholder 9">
            <a:extLst>
              <a:ext uri="{FF2B5EF4-FFF2-40B4-BE49-F238E27FC236}">
                <a16:creationId xmlns:a16="http://schemas.microsoft.com/office/drawing/2014/main" id="{0681DB2D-6F69-A607-D63A-B8A1B2E3B02E}"/>
              </a:ext>
            </a:extLst>
          </p:cNvPr>
          <p:cNvSpPr>
            <a:spLocks noGrp="1"/>
          </p:cNvSpPr>
          <p:nvPr>
            <p:ph sz="quarter" idx="16"/>
          </p:nvPr>
        </p:nvSpPr>
        <p:spPr/>
        <p:txBody>
          <a:bodyPr/>
          <a:lstStyle/>
          <a:p>
            <a:r>
              <a:rPr lang="en-US" b="1" dirty="0">
                <a:solidFill>
                  <a:srgbClr val="121722"/>
                </a:solidFill>
              </a:rPr>
              <a:t>Demo summary</a:t>
            </a:r>
          </a:p>
          <a:p>
            <a:endParaRPr lang="en-US" sz="1400" dirty="0"/>
          </a:p>
          <a:p>
            <a:r>
              <a:t>Demo shows end-to-end flow: task create/assign, intern update, blocker capture, review/reopen, edit with change log, and filtered KPI/export reporting. It highlights practical enterprise readiness and MCP-compatible digital worker behavior.</a:t>
            </a:r>
          </a:p>
          <a:p>
            <a:endParaRPr lang="en-US" dirty="0"/>
          </a:p>
        </p:txBody>
      </p:sp>
      <p:sp>
        <p:nvSpPr>
          <p:cNvPr id="7" name="Title 1">
            <a:extLst>
              <a:ext uri="{FF2B5EF4-FFF2-40B4-BE49-F238E27FC236}">
                <a16:creationId xmlns:a16="http://schemas.microsoft.com/office/drawing/2014/main" id="{37E844B5-38C0-872D-B584-2592281F4738}"/>
              </a:ext>
            </a:extLst>
          </p:cNvPr>
          <p:cNvSpPr>
            <a:spLocks noGrp="1"/>
          </p:cNvSpPr>
          <p:nvPr>
            <p:ph type="title"/>
          </p:nvPr>
        </p:nvSpPr>
        <p:spPr/>
        <p:txBody>
          <a:bodyPr/>
          <a:lstStyle/>
          <a:p>
            <a:r>
              <a:rPr lang="en-US" dirty="0"/>
              <a:t>Summary</a:t>
            </a:r>
          </a:p>
        </p:txBody>
      </p:sp>
      <p:sp>
        <p:nvSpPr>
          <p:cNvPr id="20" name="Text 19">
            <a:extLst>
              <a:ext uri="{FF2B5EF4-FFF2-40B4-BE49-F238E27FC236}">
                <a16:creationId xmlns:a16="http://schemas.microsoft.com/office/drawing/2014/main" id="{E808D89E-372C-D3EB-12AE-666C2CCE6A76}"/>
              </a:ext>
            </a:extLst>
          </p:cNvPr>
          <p:cNvSpPr/>
          <p:nvPr/>
        </p:nvSpPr>
        <p:spPr>
          <a:xfrm>
            <a:off x="705619" y="6245828"/>
            <a:ext cx="8412480" cy="249297"/>
          </a:xfrm>
          <a:prstGeom prst="rect">
            <a:avLst/>
          </a:prstGeom>
          <a:solidFill>
            <a:srgbClr val="FFF8EC"/>
          </a:solidFill>
          <a:ln w="12700">
            <a:solidFill>
              <a:srgbClr val="F3B24A"/>
            </a:solidFill>
            <a:prstDash val="solid"/>
          </a:ln>
        </p:spPr>
        <p:txBody>
          <a:bodyPr/>
          <a:lstStyle/>
          <a:p>
            <a:r>
              <a:t>InterMate matters because it turns intern execution data into actionable operational intelligence while keeping human accountability at the center.</a:t>
            </a:r>
          </a:p>
        </p:txBody>
      </p:sp>
    </p:spTree>
    <p:extLst>
      <p:ext uri="{BB962C8B-B14F-4D97-AF65-F5344CB8AC3E}">
        <p14:creationId xmlns:p14="http://schemas.microsoft.com/office/powerpoint/2010/main" val="177864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racle Logo" descr="Oracle Logo">
            <a:extLst>
              <a:ext uri="{FF2B5EF4-FFF2-40B4-BE49-F238E27FC236}">
                <a16:creationId xmlns:a16="http://schemas.microsoft.com/office/drawing/2014/main" id="{797601EC-5EF3-34EB-7C97-65D4B75C5D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bwMode="invGray">
          <a:xfrm>
            <a:off x="3647854" y="2915191"/>
            <a:ext cx="4896292" cy="1027617"/>
          </a:xfrm>
          <a:prstGeom prst="rect">
            <a:avLst/>
          </a:prstGeom>
        </p:spPr>
      </p:pic>
    </p:spTree>
    <p:extLst>
      <p:ext uri="{BB962C8B-B14F-4D97-AF65-F5344CB8AC3E}">
        <p14:creationId xmlns:p14="http://schemas.microsoft.com/office/powerpoint/2010/main" val="2597701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arent Master Pillars">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resentation11" id="{EF6C5F29-0AF7-4B46-9B74-2C0A3C108051}" vid="{C555554A-CF15-4990-AA8D-E6993BB95CE2}"/>
    </a:ext>
  </a:extLst>
</a:theme>
</file>

<file path=ppt/theme/theme2.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ppt/theme/themeOverride2.xml><?xml version="1.0" encoding="utf-8"?>
<a:themeOverride xmlns:a="http://schemas.openxmlformats.org/drawingml/2006/main">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themeOverride>
</file>

<file path=docMetadata/LabelInfo.xml><?xml version="1.0" encoding="utf-8"?>
<clbl:labelList xmlns:clbl="http://schemas.microsoft.com/office/2020/mipLabelMetadata">
  <clbl:label id="{825c952f-1947-4719-99e7-7bc5a76060a8}" enabled="1" method="Standard" siteId="{4e2c6054-71cb-48f1-bd6c-3a9705aca71b}" removed="0"/>
</clbl:labelList>
</file>

<file path=docProps/app.xml><?xml version="1.0" encoding="utf-8"?>
<Properties xmlns="http://schemas.openxmlformats.org/officeDocument/2006/extended-properties" xmlns:vt="http://schemas.openxmlformats.org/officeDocument/2006/docPropsVTypes">
  <Template/>
  <TotalTime>1175</TotalTime>
  <Words>909</Words>
  <Application>Microsoft Macintosh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Oracle Sans Light</vt:lpstr>
      <vt:lpstr>Oracle Sans Tab</vt:lpstr>
      <vt:lpstr>Oracle Sans Tab Light</vt:lpstr>
      <vt:lpstr>System Font Regular</vt:lpstr>
      <vt:lpstr>Parent Master Pillars</vt:lpstr>
      <vt:lpstr>Oracle Code Assist (OCA) Hackathon 2026 Oracle CSS Innovation Studios </vt:lpstr>
      <vt:lpstr>Business Idea</vt:lpstr>
      <vt:lpstr>Digital Worker</vt:lpstr>
      <vt:lpstr>Architecture</vt:lpstr>
      <vt:lpstr>Additional Info</vt:lpstr>
      <vt:lpstr>Summary</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FY23 Oracle Cloud Lift Services</dc:title>
  <dc:creator>Jason Tsang</dc:creator>
  <cp:lastModifiedBy>Gaurav Mahna</cp:lastModifiedBy>
  <cp:revision>68</cp:revision>
  <dcterms:created xsi:type="dcterms:W3CDTF">2022-08-31T02:19:04Z</dcterms:created>
  <dcterms:modified xsi:type="dcterms:W3CDTF">2026-04-23T14:50:22Z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ClassificationContentMarkingFooterLocations">
    <vt:lpwstr>Parent Master Pillars:7</vt:lpwstr>
  </property>
  <property fmtid="{D5CDD505-2E9C-101B-9397-08002B2CF9AE}" pid="6" name="ClassificationContentMarkingFooterText">
    <vt:lpwstr>Confidential - Oracle Restricted \Employees Only</vt:lpwstr>
  </property>
  <property fmtid="{D5CDD505-2E9C-101B-9397-08002B2CF9AE}" pid="7" name="ClassificationContentMarkingHeaderLocations">
    <vt:lpwstr>Parent Master Pillars:6</vt:lpwstr>
  </property>
  <property fmtid="{D5CDD505-2E9C-101B-9397-08002B2CF9AE}" pid="8" name="ClassificationContentMarkingHeaderText">
    <vt:lpwstr>Confidential - Oracle Restricted \Employees Only</vt:lpwstr>
  </property>
</Properties>
</file>