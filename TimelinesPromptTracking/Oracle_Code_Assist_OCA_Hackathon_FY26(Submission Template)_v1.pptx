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9"/>
  </p:notesMasterIdLst>
  <p:handoutMasterIdLst>
    <p:handoutMasterId r:id="rId10"/>
  </p:handoutMasterIdLst>
  <p:sldIdLst>
    <p:sldId id="2147309741" r:id="rId2"/>
    <p:sldId id="2147309736" r:id="rId3"/>
    <p:sldId id="2147309742" r:id="rId4"/>
    <p:sldId id="2147309738" r:id="rId5"/>
    <p:sldId id="2147309739" r:id="rId6"/>
    <p:sldId id="2147309744" r:id="rId7"/>
    <p:sldId id="2147309740" r:id="rId8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 slides" id="{69C79F6C-AA55-485D-BB9F-DB342B159076}">
          <p14:sldIdLst>
            <p14:sldId id="2147309741"/>
          </p14:sldIdLst>
        </p14:section>
        <p14:section name="Oracle Code Assist (OCA) Hackathon 2026" id="{C3F40FEB-5F4C-4D46-97D8-ED3327DEC9A9}">
          <p14:sldIdLst>
            <p14:sldId id="2147309736"/>
            <p14:sldId id="2147309742"/>
            <p14:sldId id="2147309738"/>
            <p14:sldId id="2147309739"/>
            <p14:sldId id="2147309744"/>
            <p14:sldId id="21473097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D32"/>
    <a:srgbClr val="FDFEFE"/>
    <a:srgbClr val="FEFEFE"/>
    <a:srgbClr val="FFFEFE"/>
    <a:srgbClr val="FFFFFD"/>
    <a:srgbClr val="FFFFFE"/>
    <a:srgbClr val="FFFEFF"/>
    <a:srgbClr val="FEFFFF"/>
    <a:srgbClr val="FFFFFF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B4117-FC24-E844-A540-F29CE8612293}" v="33" dt="2026-04-14T21:31:56.606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7" autoAdjust="0"/>
    <p:restoredTop sz="96217" autoAdjust="0"/>
  </p:normalViewPr>
  <p:slideViewPr>
    <p:cSldViewPr snapToGrid="0" showGuides="1">
      <p:cViewPr varScale="1">
        <p:scale>
          <a:sx n="117" d="100"/>
          <a:sy n="117" d="100"/>
        </p:scale>
        <p:origin x="96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0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04" y="44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Mahna" userId="0761b8e9-9da5-4f1b-88e2-204fc9624ede" providerId="ADAL" clId="{EBA9306C-6C45-5DAC-99E7-6E7E6D7431F6}"/>
    <pc:docChg chg="undo custSel mod addSld delSld modSld sldOrd modMainMaster modSection">
      <pc:chgData name="Gaurav Mahna" userId="0761b8e9-9da5-4f1b-88e2-204fc9624ede" providerId="ADAL" clId="{EBA9306C-6C45-5DAC-99E7-6E7E6D7431F6}" dt="2026-04-14T21:35:15.433" v="817" actId="113"/>
      <pc:docMkLst>
        <pc:docMk/>
      </pc:docMkLst>
      <pc:sldChg chg="modSp mod modClrScheme chgLayout">
        <pc:chgData name="Gaurav Mahna" userId="0761b8e9-9da5-4f1b-88e2-204fc9624ede" providerId="ADAL" clId="{EBA9306C-6C45-5DAC-99E7-6E7E6D7431F6}" dt="2026-04-14T21:28:05.186" v="661" actId="20577"/>
        <pc:sldMkLst>
          <pc:docMk/>
          <pc:sldMk cId="719301013" sldId="2147309736"/>
        </pc:sldMkLst>
        <pc:spChg chg="mod ord">
          <ac:chgData name="Gaurav Mahna" userId="0761b8e9-9da5-4f1b-88e2-204fc9624ede" providerId="ADAL" clId="{EBA9306C-6C45-5DAC-99E7-6E7E6D7431F6}" dt="2026-04-14T21:08:13.336" v="363" actId="700"/>
          <ac:spMkLst>
            <pc:docMk/>
            <pc:sldMk cId="719301013" sldId="2147309736"/>
            <ac:spMk id="6" creationId="{6AB0048F-1B5A-6567-9824-36E5FAE5EC7D}"/>
          </ac:spMkLst>
        </pc:spChg>
        <pc:spChg chg="mod ord">
          <ac:chgData name="Gaurav Mahna" userId="0761b8e9-9da5-4f1b-88e2-204fc9624ede" providerId="ADAL" clId="{EBA9306C-6C45-5DAC-99E7-6E7E6D7431F6}" dt="2026-04-14T21:08:13.336" v="363" actId="700"/>
          <ac:spMkLst>
            <pc:docMk/>
            <pc:sldMk cId="719301013" sldId="2147309736"/>
            <ac:spMk id="7" creationId="{82C38EA8-9123-4F3C-15A0-29446CAC0196}"/>
          </ac:spMkLst>
        </pc:spChg>
        <pc:spChg chg="mod">
          <ac:chgData name="Gaurav Mahna" userId="0761b8e9-9da5-4f1b-88e2-204fc9624ede" providerId="ADAL" clId="{EBA9306C-6C45-5DAC-99E7-6E7E6D7431F6}" dt="2026-04-14T20:58:35.155" v="169" actId="14100"/>
          <ac:spMkLst>
            <pc:docMk/>
            <pc:sldMk cId="719301013" sldId="2147309736"/>
            <ac:spMk id="8" creationId="{EC12C7E3-8700-0761-6D88-982FB11AFF9A}"/>
          </ac:spMkLst>
        </pc:spChg>
        <pc:spChg chg="mod">
          <ac:chgData name="Gaurav Mahna" userId="0761b8e9-9da5-4f1b-88e2-204fc9624ede" providerId="ADAL" clId="{EBA9306C-6C45-5DAC-99E7-6E7E6D7431F6}" dt="2026-04-14T21:27:45.815" v="650" actId="20577"/>
          <ac:spMkLst>
            <pc:docMk/>
            <pc:sldMk cId="719301013" sldId="2147309736"/>
            <ac:spMk id="9" creationId="{2261FFC2-D1D7-EEE4-5BB5-D42E6D3FDF3B}"/>
          </ac:spMkLst>
        </pc:spChg>
        <pc:spChg chg="mod">
          <ac:chgData name="Gaurav Mahna" userId="0761b8e9-9da5-4f1b-88e2-204fc9624ede" providerId="ADAL" clId="{EBA9306C-6C45-5DAC-99E7-6E7E6D7431F6}" dt="2026-04-14T21:28:05.186" v="661" actId="20577"/>
          <ac:spMkLst>
            <pc:docMk/>
            <pc:sldMk cId="719301013" sldId="2147309736"/>
            <ac:spMk id="10" creationId="{E06FAF0C-F4F0-C4B0-8F2C-E4B185FB919A}"/>
          </ac:spMkLst>
        </pc:spChg>
        <pc:spChg chg="mod">
          <ac:chgData name="Gaurav Mahna" userId="0761b8e9-9da5-4f1b-88e2-204fc9624ede" providerId="ADAL" clId="{EBA9306C-6C45-5DAC-99E7-6E7E6D7431F6}" dt="2026-04-14T21:27:57.979" v="655" actId="20577"/>
          <ac:spMkLst>
            <pc:docMk/>
            <pc:sldMk cId="719301013" sldId="2147309736"/>
            <ac:spMk id="11" creationId="{42D9BF8A-826F-B2CA-6452-84C67A642710}"/>
          </ac:spMkLst>
        </pc:spChg>
      </pc:sldChg>
      <pc:sldChg chg="addSp delSp modSp del mod ord">
        <pc:chgData name="Gaurav Mahna" userId="0761b8e9-9da5-4f1b-88e2-204fc9624ede" providerId="ADAL" clId="{EBA9306C-6C45-5DAC-99E7-6E7E6D7431F6}" dt="2026-04-14T21:20:54.263" v="520" actId="2696"/>
        <pc:sldMkLst>
          <pc:docMk/>
          <pc:sldMk cId="2787028869" sldId="2147309737"/>
        </pc:sldMkLst>
        <pc:spChg chg="mod">
          <ac:chgData name="Gaurav Mahna" userId="0761b8e9-9da5-4f1b-88e2-204fc9624ede" providerId="ADAL" clId="{EBA9306C-6C45-5DAC-99E7-6E7E6D7431F6}" dt="2026-04-14T21:03:27.635" v="334" actId="20577"/>
          <ac:spMkLst>
            <pc:docMk/>
            <pc:sldMk cId="2787028869" sldId="2147309737"/>
            <ac:spMk id="9" creationId="{63C68903-4AE1-A0A9-5B8A-87D79585F10B}"/>
          </ac:spMkLst>
        </pc:spChg>
        <pc:spChg chg="mod">
          <ac:chgData name="Gaurav Mahna" userId="0761b8e9-9da5-4f1b-88e2-204fc9624ede" providerId="ADAL" clId="{EBA9306C-6C45-5DAC-99E7-6E7E6D7431F6}" dt="2026-04-14T21:04:32.196" v="339"/>
          <ac:spMkLst>
            <pc:docMk/>
            <pc:sldMk cId="2787028869" sldId="2147309737"/>
            <ac:spMk id="11" creationId="{BAF434FA-5750-FD7F-8A8F-D1AD6117AA02}"/>
          </ac:spMkLst>
        </pc:spChg>
        <pc:spChg chg="add del">
          <ac:chgData name="Gaurav Mahna" userId="0761b8e9-9da5-4f1b-88e2-204fc9624ede" providerId="ADAL" clId="{EBA9306C-6C45-5DAC-99E7-6E7E6D7431F6}" dt="2026-04-14T21:04:29.103" v="336" actId="478"/>
          <ac:spMkLst>
            <pc:docMk/>
            <pc:sldMk cId="2787028869" sldId="2147309737"/>
            <ac:spMk id="12" creationId="{6A89634A-2BF4-5293-0C6F-6D278420FAAF}"/>
          </ac:spMkLst>
        </pc:spChg>
      </pc:sldChg>
      <pc:sldChg chg="addSp delSp modSp mod chgLayout">
        <pc:chgData name="Gaurav Mahna" userId="0761b8e9-9da5-4f1b-88e2-204fc9624ede" providerId="ADAL" clId="{EBA9306C-6C45-5DAC-99E7-6E7E6D7431F6}" dt="2026-04-14T21:34:18.981" v="774" actId="20577"/>
        <pc:sldMkLst>
          <pc:docMk/>
          <pc:sldMk cId="2866509743" sldId="2147309738"/>
        </pc:sldMkLst>
        <pc:spChg chg="mod ord">
          <ac:chgData name="Gaurav Mahna" userId="0761b8e9-9da5-4f1b-88e2-204fc9624ede" providerId="ADAL" clId="{EBA9306C-6C45-5DAC-99E7-6E7E6D7431F6}" dt="2026-04-14T21:16:47.017" v="467" actId="14100"/>
          <ac:spMkLst>
            <pc:docMk/>
            <pc:sldMk cId="2866509743" sldId="2147309738"/>
            <ac:spMk id="2" creationId="{E452138A-C018-89E4-30C2-94AFD2BE821C}"/>
          </ac:spMkLst>
        </pc:spChg>
        <pc:spChg chg="mod ord">
          <ac:chgData name="Gaurav Mahna" userId="0761b8e9-9da5-4f1b-88e2-204fc9624ede" providerId="ADAL" clId="{EBA9306C-6C45-5DAC-99E7-6E7E6D7431F6}" dt="2026-04-14T21:16:40.941" v="466" actId="700"/>
          <ac:spMkLst>
            <pc:docMk/>
            <pc:sldMk cId="2866509743" sldId="2147309738"/>
            <ac:spMk id="3" creationId="{6A0B9106-960E-221A-F2F5-E524C05F78D9}"/>
          </ac:spMkLst>
        </pc:spChg>
        <pc:spChg chg="mod">
          <ac:chgData name="Gaurav Mahna" userId="0761b8e9-9da5-4f1b-88e2-204fc9624ede" providerId="ADAL" clId="{EBA9306C-6C45-5DAC-99E7-6E7E6D7431F6}" dt="2026-04-14T21:34:18.981" v="774" actId="20577"/>
          <ac:spMkLst>
            <pc:docMk/>
            <pc:sldMk cId="2866509743" sldId="2147309738"/>
            <ac:spMk id="4" creationId="{FF1D4EC5-0B71-5C48-FC8B-5DC87FA3A3CD}"/>
          </ac:spMkLst>
        </pc:spChg>
        <pc:spChg chg="add del mod">
          <ac:chgData name="Gaurav Mahna" userId="0761b8e9-9da5-4f1b-88e2-204fc9624ede" providerId="ADAL" clId="{EBA9306C-6C45-5DAC-99E7-6E7E6D7431F6}" dt="2026-04-14T21:16:24.711" v="465" actId="478"/>
          <ac:spMkLst>
            <pc:docMk/>
            <pc:sldMk cId="2866509743" sldId="2147309738"/>
            <ac:spMk id="6" creationId="{9686A9BC-7406-0DA0-C7E3-702BB879D0F0}"/>
          </ac:spMkLst>
        </pc:spChg>
      </pc:sldChg>
      <pc:sldChg chg="modSp mod modClrScheme chgLayout">
        <pc:chgData name="Gaurav Mahna" userId="0761b8e9-9da5-4f1b-88e2-204fc9624ede" providerId="ADAL" clId="{EBA9306C-6C45-5DAC-99E7-6E7E6D7431F6}" dt="2026-04-14T21:34:51.469" v="814" actId="20577"/>
        <pc:sldMkLst>
          <pc:docMk/>
          <pc:sldMk cId="4259970149" sldId="2147309739"/>
        </pc:sldMkLst>
        <pc:spChg chg="mod ord">
          <ac:chgData name="Gaurav Mahna" userId="0761b8e9-9da5-4f1b-88e2-204fc9624ede" providerId="ADAL" clId="{EBA9306C-6C45-5DAC-99E7-6E7E6D7431F6}" dt="2026-04-14T21:21:31.170" v="524" actId="20577"/>
          <ac:spMkLst>
            <pc:docMk/>
            <pc:sldMk cId="4259970149" sldId="2147309739"/>
            <ac:spMk id="8" creationId="{2B73A035-07E8-5BF9-1C7F-515A220F9EAA}"/>
          </ac:spMkLst>
        </pc:spChg>
        <pc:spChg chg="mod ord">
          <ac:chgData name="Gaurav Mahna" userId="0761b8e9-9da5-4f1b-88e2-204fc9624ede" providerId="ADAL" clId="{EBA9306C-6C45-5DAC-99E7-6E7E6D7431F6}" dt="2026-04-14T21:34:51.469" v="814" actId="20577"/>
          <ac:spMkLst>
            <pc:docMk/>
            <pc:sldMk cId="4259970149" sldId="2147309739"/>
            <ac:spMk id="9" creationId="{BBC0289D-CD2B-8C62-53D5-2FE1953311DE}"/>
          </ac:spMkLst>
        </pc:spChg>
        <pc:spChg chg="mod ord">
          <ac:chgData name="Gaurav Mahna" userId="0761b8e9-9da5-4f1b-88e2-204fc9624ede" providerId="ADAL" clId="{EBA9306C-6C45-5DAC-99E7-6E7E6D7431F6}" dt="2026-04-14T21:21:20.375" v="522" actId="700"/>
          <ac:spMkLst>
            <pc:docMk/>
            <pc:sldMk cId="4259970149" sldId="2147309739"/>
            <ac:spMk id="10" creationId="{C6FB5E47-2DFE-B7C9-5BDC-A64C03ECAF11}"/>
          </ac:spMkLst>
        </pc:spChg>
      </pc:sldChg>
      <pc:sldChg chg="mod chgLayout">
        <pc:chgData name="Gaurav Mahna" userId="0761b8e9-9da5-4f1b-88e2-204fc9624ede" providerId="ADAL" clId="{EBA9306C-6C45-5DAC-99E7-6E7E6D7431F6}" dt="2026-04-14T21:29:07.585" v="663" actId="700"/>
        <pc:sldMkLst>
          <pc:docMk/>
          <pc:sldMk cId="2597701410" sldId="2147309740"/>
        </pc:sldMkLst>
      </pc:sldChg>
      <pc:sldChg chg="addSp delSp modSp mod">
        <pc:chgData name="Gaurav Mahna" userId="0761b8e9-9da5-4f1b-88e2-204fc9624ede" providerId="ADAL" clId="{EBA9306C-6C45-5DAC-99E7-6E7E6D7431F6}" dt="2026-04-14T20:54:55.660" v="146" actId="20577"/>
        <pc:sldMkLst>
          <pc:docMk/>
          <pc:sldMk cId="2765773327" sldId="2147309741"/>
        </pc:sldMkLst>
        <pc:spChg chg="mod">
          <ac:chgData name="Gaurav Mahna" userId="0761b8e9-9da5-4f1b-88e2-204fc9624ede" providerId="ADAL" clId="{EBA9306C-6C45-5DAC-99E7-6E7E6D7431F6}" dt="2026-04-14T20:50:07.081" v="14" actId="21"/>
          <ac:spMkLst>
            <pc:docMk/>
            <pc:sldMk cId="2765773327" sldId="2147309741"/>
            <ac:spMk id="2" creationId="{6C73453B-EFD8-5FC7-03F7-1F4496657E65}"/>
          </ac:spMkLst>
        </pc:spChg>
        <pc:spChg chg="mod">
          <ac:chgData name="Gaurav Mahna" userId="0761b8e9-9da5-4f1b-88e2-204fc9624ede" providerId="ADAL" clId="{EBA9306C-6C45-5DAC-99E7-6E7E6D7431F6}" dt="2026-04-14T20:52:32.220" v="32" actId="20577"/>
          <ac:spMkLst>
            <pc:docMk/>
            <pc:sldMk cId="2765773327" sldId="2147309741"/>
            <ac:spMk id="4" creationId="{187DE8AA-FF01-4C66-0848-8E6BE2545B45}"/>
          </ac:spMkLst>
        </pc:spChg>
        <pc:spChg chg="mod">
          <ac:chgData name="Gaurav Mahna" userId="0761b8e9-9da5-4f1b-88e2-204fc9624ede" providerId="ADAL" clId="{EBA9306C-6C45-5DAC-99E7-6E7E6D7431F6}" dt="2026-04-14T20:54:55.660" v="146" actId="20577"/>
          <ac:spMkLst>
            <pc:docMk/>
            <pc:sldMk cId="2765773327" sldId="2147309741"/>
            <ac:spMk id="5" creationId="{F631E3D4-4D3A-F4EE-8086-666E7370E285}"/>
          </ac:spMkLst>
        </pc:spChg>
        <pc:spChg chg="add mod">
          <ac:chgData name="Gaurav Mahna" userId="0761b8e9-9da5-4f1b-88e2-204fc9624ede" providerId="ADAL" clId="{EBA9306C-6C45-5DAC-99E7-6E7E6D7431F6}" dt="2026-04-14T20:50:23.011" v="18" actId="1076"/>
          <ac:spMkLst>
            <pc:docMk/>
            <pc:sldMk cId="2765773327" sldId="2147309741"/>
            <ac:spMk id="7" creationId="{FE0BF67F-F48F-2F13-71BB-1602C5DE94DA}"/>
          </ac:spMkLst>
        </pc:spChg>
        <pc:spChg chg="add del mod">
          <ac:chgData name="Gaurav Mahna" userId="0761b8e9-9da5-4f1b-88e2-204fc9624ede" providerId="ADAL" clId="{EBA9306C-6C45-5DAC-99E7-6E7E6D7431F6}" dt="2026-04-14T20:52:30.441" v="29" actId="22"/>
          <ac:spMkLst>
            <pc:docMk/>
            <pc:sldMk cId="2765773327" sldId="2147309741"/>
            <ac:spMk id="9" creationId="{3B1709C4-EC9A-7AC9-36ED-00ACEBAF219C}"/>
          </ac:spMkLst>
        </pc:spChg>
        <pc:spChg chg="add mod">
          <ac:chgData name="Gaurav Mahna" userId="0761b8e9-9da5-4f1b-88e2-204fc9624ede" providerId="ADAL" clId="{EBA9306C-6C45-5DAC-99E7-6E7E6D7431F6}" dt="2026-04-14T20:54:51.093" v="145" actId="20577"/>
          <ac:spMkLst>
            <pc:docMk/>
            <pc:sldMk cId="2765773327" sldId="2147309741"/>
            <ac:spMk id="10" creationId="{14AB37BF-F6D4-C5FF-0EBC-E71D1A476985}"/>
          </ac:spMkLst>
        </pc:spChg>
      </pc:sldChg>
      <pc:sldChg chg="addSp delSp modSp add mod modClrScheme chgLayout">
        <pc:chgData name="Gaurav Mahna" userId="0761b8e9-9da5-4f1b-88e2-204fc9624ede" providerId="ADAL" clId="{EBA9306C-6C45-5DAC-99E7-6E7E6D7431F6}" dt="2026-04-14T21:13:48.050" v="457" actId="1076"/>
        <pc:sldMkLst>
          <pc:docMk/>
          <pc:sldMk cId="1231368714" sldId="2147309742"/>
        </pc:sldMkLst>
        <pc:spChg chg="add mod">
          <ac:chgData name="Gaurav Mahna" userId="0761b8e9-9da5-4f1b-88e2-204fc9624ede" providerId="ADAL" clId="{EBA9306C-6C45-5DAC-99E7-6E7E6D7431F6}" dt="2026-04-14T21:06:50.469" v="342"/>
          <ac:spMkLst>
            <pc:docMk/>
            <pc:sldMk cId="1231368714" sldId="2147309742"/>
            <ac:spMk id="2" creationId="{DFD933AA-26D3-3A6E-62E0-A8F3C1C8177C}"/>
          </ac:spMkLst>
        </pc:spChg>
        <pc:spChg chg="add mod">
          <ac:chgData name="Gaurav Mahna" userId="0761b8e9-9da5-4f1b-88e2-204fc9624ede" providerId="ADAL" clId="{EBA9306C-6C45-5DAC-99E7-6E7E6D7431F6}" dt="2026-04-14T21:06:50.469" v="342"/>
          <ac:spMkLst>
            <pc:docMk/>
            <pc:sldMk cId="1231368714" sldId="2147309742"/>
            <ac:spMk id="3" creationId="{0DA43EF2-378E-EF7D-933B-AA82406FCEA7}"/>
          </ac:spMkLst>
        </pc:spChg>
        <pc:spChg chg="add mod">
          <ac:chgData name="Gaurav Mahna" userId="0761b8e9-9da5-4f1b-88e2-204fc9624ede" providerId="ADAL" clId="{EBA9306C-6C45-5DAC-99E7-6E7E6D7431F6}" dt="2026-04-14T21:06:50.469" v="342"/>
          <ac:spMkLst>
            <pc:docMk/>
            <pc:sldMk cId="1231368714" sldId="2147309742"/>
            <ac:spMk id="4" creationId="{D9F8EDC9-9E43-3396-8288-5E75AA95ABE5}"/>
          </ac:spMkLst>
        </pc:spChg>
        <pc:spChg chg="add del mod">
          <ac:chgData name="Gaurav Mahna" userId="0761b8e9-9da5-4f1b-88e2-204fc9624ede" providerId="ADAL" clId="{EBA9306C-6C45-5DAC-99E7-6E7E6D7431F6}" dt="2026-04-14T21:07:01.796" v="344" actId="478"/>
          <ac:spMkLst>
            <pc:docMk/>
            <pc:sldMk cId="1231368714" sldId="2147309742"/>
            <ac:spMk id="5" creationId="{9CE77B0C-0714-CE31-C919-8CA128FFE41D}"/>
          </ac:spMkLst>
        </pc:spChg>
        <pc:spChg chg="add del mod">
          <ac:chgData name="Gaurav Mahna" userId="0761b8e9-9da5-4f1b-88e2-204fc9624ede" providerId="ADAL" clId="{EBA9306C-6C45-5DAC-99E7-6E7E6D7431F6}" dt="2026-04-14T21:07:01.796" v="344" actId="478"/>
          <ac:spMkLst>
            <pc:docMk/>
            <pc:sldMk cId="1231368714" sldId="2147309742"/>
            <ac:spMk id="6" creationId="{0D51C13A-54C5-A084-AA71-134D16B82480}"/>
          </ac:spMkLst>
        </pc:spChg>
        <pc:spChg chg="add del mod">
          <ac:chgData name="Gaurav Mahna" userId="0761b8e9-9da5-4f1b-88e2-204fc9624ede" providerId="ADAL" clId="{EBA9306C-6C45-5DAC-99E7-6E7E6D7431F6}" dt="2026-04-14T21:07:01.796" v="344" actId="478"/>
          <ac:spMkLst>
            <pc:docMk/>
            <pc:sldMk cId="1231368714" sldId="2147309742"/>
            <ac:spMk id="7" creationId="{2C9E655C-2499-B453-938B-3085754DE9E2}"/>
          </ac:spMkLst>
        </pc:spChg>
        <pc:spChg chg="del 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8" creationId="{98E0D878-2407-D2E8-ECC2-E2E08630E7C0}"/>
          </ac:spMkLst>
        </pc:spChg>
        <pc:spChg chg="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9" creationId="{C41D67A4-630A-B09D-9EC1-BED58ACB58F1}"/>
          </ac:spMkLst>
        </pc:spChg>
        <pc:spChg chg="del">
          <ac:chgData name="Gaurav Mahna" userId="0761b8e9-9da5-4f1b-88e2-204fc9624ede" providerId="ADAL" clId="{EBA9306C-6C45-5DAC-99E7-6E7E6D7431F6}" dt="2026-04-14T21:06:49.166" v="341" actId="478"/>
          <ac:spMkLst>
            <pc:docMk/>
            <pc:sldMk cId="1231368714" sldId="2147309742"/>
            <ac:spMk id="10" creationId="{7266A832-3550-70A8-2CC9-6F2387624C3C}"/>
          </ac:spMkLst>
        </pc:spChg>
        <pc:spChg chg="del">
          <ac:chgData name="Gaurav Mahna" userId="0761b8e9-9da5-4f1b-88e2-204fc9624ede" providerId="ADAL" clId="{EBA9306C-6C45-5DAC-99E7-6E7E6D7431F6}" dt="2026-04-14T21:06:49.166" v="341" actId="478"/>
          <ac:spMkLst>
            <pc:docMk/>
            <pc:sldMk cId="1231368714" sldId="2147309742"/>
            <ac:spMk id="11" creationId="{0B2C737E-BB71-A735-5790-C1EFFA078595}"/>
          </ac:spMkLst>
        </pc:spChg>
        <pc:spChg chg="del">
          <ac:chgData name="Gaurav Mahna" userId="0761b8e9-9da5-4f1b-88e2-204fc9624ede" providerId="ADAL" clId="{EBA9306C-6C45-5DAC-99E7-6E7E6D7431F6}" dt="2026-04-14T21:06:49.166" v="341" actId="478"/>
          <ac:spMkLst>
            <pc:docMk/>
            <pc:sldMk cId="1231368714" sldId="2147309742"/>
            <ac:spMk id="12" creationId="{A68492A7-EFB5-BF44-0F03-A8EDBBAB7ACC}"/>
          </ac:spMkLst>
        </pc:spChg>
        <pc:spChg chg="add del mod ord">
          <ac:chgData name="Gaurav Mahna" userId="0761b8e9-9da5-4f1b-88e2-204fc9624ede" providerId="ADAL" clId="{EBA9306C-6C45-5DAC-99E7-6E7E6D7431F6}" dt="2026-04-14T21:07:36.928" v="346" actId="700"/>
          <ac:spMkLst>
            <pc:docMk/>
            <pc:sldMk cId="1231368714" sldId="2147309742"/>
            <ac:spMk id="13" creationId="{DDF3B56D-E98D-2C57-6D6C-C028E0DC4F60}"/>
          </ac:spMkLst>
        </pc:spChg>
        <pc:spChg chg="add del mod ord">
          <ac:chgData name="Gaurav Mahna" userId="0761b8e9-9da5-4f1b-88e2-204fc9624ede" providerId="ADAL" clId="{EBA9306C-6C45-5DAC-99E7-6E7E6D7431F6}" dt="2026-04-14T21:07:36.928" v="346" actId="700"/>
          <ac:spMkLst>
            <pc:docMk/>
            <pc:sldMk cId="1231368714" sldId="2147309742"/>
            <ac:spMk id="14" creationId="{C4203FE4-D982-6A11-60E1-697F24C1ED75}"/>
          </ac:spMkLst>
        </pc:spChg>
        <pc:spChg chg="add 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15" creationId="{6FB4A373-EDC5-61C1-94FB-365E8BFD5874}"/>
          </ac:spMkLst>
        </pc:spChg>
        <pc:spChg chg="add del 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16" creationId="{FDC73C9F-7A7E-D54A-2EBF-833FF317253E}"/>
          </ac:spMkLst>
        </pc:spChg>
        <pc:spChg chg="add del 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17" creationId="{039B80F9-525E-9FA5-8E3C-E53313BA9F8F}"/>
          </ac:spMkLst>
        </pc:spChg>
        <pc:spChg chg="add mod ord">
          <ac:chgData name="Gaurav Mahna" userId="0761b8e9-9da5-4f1b-88e2-204fc9624ede" providerId="ADAL" clId="{EBA9306C-6C45-5DAC-99E7-6E7E6D7431F6}" dt="2026-04-14T21:11:26.563" v="416" actId="255"/>
          <ac:spMkLst>
            <pc:docMk/>
            <pc:sldMk cId="1231368714" sldId="2147309742"/>
            <ac:spMk id="18" creationId="{6AC839AE-FAD4-F026-C7AC-18F44F005A1D}"/>
          </ac:spMkLst>
        </pc:spChg>
        <pc:spChg chg="add mod ord">
          <ac:chgData name="Gaurav Mahna" userId="0761b8e9-9da5-4f1b-88e2-204fc9624ede" providerId="ADAL" clId="{EBA9306C-6C45-5DAC-99E7-6E7E6D7431F6}" dt="2026-04-14T21:09:21.734" v="365" actId="700"/>
          <ac:spMkLst>
            <pc:docMk/>
            <pc:sldMk cId="1231368714" sldId="2147309742"/>
            <ac:spMk id="19" creationId="{94549D3C-5B76-F70B-A666-799C528EDD9A}"/>
          </ac:spMkLst>
        </pc:spChg>
        <pc:spChg chg="add del mod">
          <ac:chgData name="Gaurav Mahna" userId="0761b8e9-9da5-4f1b-88e2-204fc9624ede" providerId="ADAL" clId="{EBA9306C-6C45-5DAC-99E7-6E7E6D7431F6}" dt="2026-04-14T21:12:22.692" v="445"/>
          <ac:spMkLst>
            <pc:docMk/>
            <pc:sldMk cId="1231368714" sldId="2147309742"/>
            <ac:spMk id="20" creationId="{2E66C3E9-501B-3C31-1BBA-2200C0D95719}"/>
          </ac:spMkLst>
        </pc:spChg>
        <pc:spChg chg="add mod">
          <ac:chgData name="Gaurav Mahna" userId="0761b8e9-9da5-4f1b-88e2-204fc9624ede" providerId="ADAL" clId="{EBA9306C-6C45-5DAC-99E7-6E7E6D7431F6}" dt="2026-04-14T21:12:15.791" v="440"/>
          <ac:spMkLst>
            <pc:docMk/>
            <pc:sldMk cId="1231368714" sldId="2147309742"/>
            <ac:spMk id="21" creationId="{CECDB267-FFB4-9034-961B-CDA9D4CB6F23}"/>
          </ac:spMkLst>
        </pc:spChg>
        <pc:spChg chg="add del mod">
          <ac:chgData name="Gaurav Mahna" userId="0761b8e9-9da5-4f1b-88e2-204fc9624ede" providerId="ADAL" clId="{EBA9306C-6C45-5DAC-99E7-6E7E6D7431F6}" dt="2026-04-14T21:12:22.553" v="443" actId="478"/>
          <ac:spMkLst>
            <pc:docMk/>
            <pc:sldMk cId="1231368714" sldId="2147309742"/>
            <ac:spMk id="22" creationId="{FE1188D2-093C-5EA0-F983-FD651FF4A17E}"/>
          </ac:spMkLst>
        </pc:spChg>
        <pc:spChg chg="add mod">
          <ac:chgData name="Gaurav Mahna" userId="0761b8e9-9da5-4f1b-88e2-204fc9624ede" providerId="ADAL" clId="{EBA9306C-6C45-5DAC-99E7-6E7E6D7431F6}" dt="2026-04-14T21:13:10.731" v="455" actId="14100"/>
          <ac:spMkLst>
            <pc:docMk/>
            <pc:sldMk cId="1231368714" sldId="2147309742"/>
            <ac:spMk id="23" creationId="{F62B6B28-FF74-2ED9-CAE2-31D991FCC101}"/>
          </ac:spMkLst>
        </pc:spChg>
        <pc:spChg chg="add del mod">
          <ac:chgData name="Gaurav Mahna" userId="0761b8e9-9da5-4f1b-88e2-204fc9624ede" providerId="ADAL" clId="{EBA9306C-6C45-5DAC-99E7-6E7E6D7431F6}" dt="2026-04-14T21:12:48.417" v="449" actId="478"/>
          <ac:spMkLst>
            <pc:docMk/>
            <pc:sldMk cId="1231368714" sldId="2147309742"/>
            <ac:spMk id="24" creationId="{4B357505-67B1-B8D5-F827-D290E63278F9}"/>
          </ac:spMkLst>
        </pc:spChg>
        <pc:spChg chg="add mod">
          <ac:chgData name="Gaurav Mahna" userId="0761b8e9-9da5-4f1b-88e2-204fc9624ede" providerId="ADAL" clId="{EBA9306C-6C45-5DAC-99E7-6E7E6D7431F6}" dt="2026-04-14T21:13:48.050" v="457" actId="1076"/>
          <ac:spMkLst>
            <pc:docMk/>
            <pc:sldMk cId="1231368714" sldId="2147309742"/>
            <ac:spMk id="25" creationId="{6AFD1346-022B-D5EA-808B-C184F9B37E86}"/>
          </ac:spMkLst>
        </pc:spChg>
      </pc:sldChg>
      <pc:sldChg chg="addSp delSp modSp add del mod chgLayout">
        <pc:chgData name="Gaurav Mahna" userId="0761b8e9-9da5-4f1b-88e2-204fc9624ede" providerId="ADAL" clId="{EBA9306C-6C45-5DAC-99E7-6E7E6D7431F6}" dt="2026-04-14T21:32:39.634" v="761" actId="2696"/>
        <pc:sldMkLst>
          <pc:docMk/>
          <pc:sldMk cId="1001756932" sldId="2147309743"/>
        </pc:sldMkLst>
        <pc:spChg chg="add mod">
          <ac:chgData name="Gaurav Mahna" userId="0761b8e9-9da5-4f1b-88e2-204fc9624ede" providerId="ADAL" clId="{EBA9306C-6C45-5DAC-99E7-6E7E6D7431F6}" dt="2026-04-14T21:25:20.062" v="576" actId="2711"/>
          <ac:spMkLst>
            <pc:docMk/>
            <pc:sldMk cId="1001756932" sldId="2147309743"/>
            <ac:spMk id="2" creationId="{477A0E45-E3A0-0E2D-D36C-B90D94B3C893}"/>
          </ac:spMkLst>
        </pc:spChg>
        <pc:spChg chg="add mod">
          <ac:chgData name="Gaurav Mahna" userId="0761b8e9-9da5-4f1b-88e2-204fc9624ede" providerId="ADAL" clId="{EBA9306C-6C45-5DAC-99E7-6E7E6D7431F6}" dt="2026-04-14T21:25:34.693" v="577" actId="14100"/>
          <ac:spMkLst>
            <pc:docMk/>
            <pc:sldMk cId="1001756932" sldId="2147309743"/>
            <ac:spMk id="3" creationId="{4E220881-230C-6C7C-DFD8-F36C76B482C8}"/>
          </ac:spMkLst>
        </pc:spChg>
        <pc:spChg chg="add 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4" creationId="{8759C95A-4047-17C3-7D0D-32179047A7EE}"/>
          </ac:spMkLst>
        </pc:spChg>
        <pc:spChg chg="add 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5" creationId="{5B47B524-D664-3344-F161-8358E2851295}"/>
          </ac:spMkLst>
        </pc:spChg>
        <pc:spChg chg="del mod ord">
          <ac:chgData name="Gaurav Mahna" userId="0761b8e9-9da5-4f1b-88e2-204fc9624ede" providerId="ADAL" clId="{EBA9306C-6C45-5DAC-99E7-6E7E6D7431F6}" dt="2026-04-14T21:25:03.689" v="573" actId="478"/>
          <ac:spMkLst>
            <pc:docMk/>
            <pc:sldMk cId="1001756932" sldId="2147309743"/>
            <ac:spMk id="6" creationId="{F5590954-2736-894A-EC38-8B78A63192E6}"/>
          </ac:spMkLst>
        </pc:spChg>
        <pc:spChg chg="mod ord">
          <ac:chgData name="Gaurav Mahna" userId="0761b8e9-9da5-4f1b-88e2-204fc9624ede" providerId="ADAL" clId="{EBA9306C-6C45-5DAC-99E7-6E7E6D7431F6}" dt="2026-04-14T21:25:20.062" v="576" actId="2711"/>
          <ac:spMkLst>
            <pc:docMk/>
            <pc:sldMk cId="1001756932" sldId="2147309743"/>
            <ac:spMk id="7" creationId="{89CE2C23-3B8D-D332-F730-9E5CE632EEE0}"/>
          </ac:spMkLst>
        </pc:spChg>
        <pc:spChg chg="del">
          <ac:chgData name="Gaurav Mahna" userId="0761b8e9-9da5-4f1b-88e2-204fc9624ede" providerId="ADAL" clId="{EBA9306C-6C45-5DAC-99E7-6E7E6D7431F6}" dt="2026-04-14T21:21:48.818" v="525" actId="478"/>
          <ac:spMkLst>
            <pc:docMk/>
            <pc:sldMk cId="1001756932" sldId="2147309743"/>
            <ac:spMk id="8" creationId="{6F73DB5B-5AE3-50BA-39CF-B73B9AC741A7}"/>
          </ac:spMkLst>
        </pc:spChg>
        <pc:spChg chg="del">
          <ac:chgData name="Gaurav Mahna" userId="0761b8e9-9da5-4f1b-88e2-204fc9624ede" providerId="ADAL" clId="{EBA9306C-6C45-5DAC-99E7-6E7E6D7431F6}" dt="2026-04-14T21:21:48.818" v="525" actId="478"/>
          <ac:spMkLst>
            <pc:docMk/>
            <pc:sldMk cId="1001756932" sldId="2147309743"/>
            <ac:spMk id="9" creationId="{B8250D1A-A66C-25FA-A5EF-1ED285264754}"/>
          </ac:spMkLst>
        </pc:spChg>
        <pc:spChg chg="del">
          <ac:chgData name="Gaurav Mahna" userId="0761b8e9-9da5-4f1b-88e2-204fc9624ede" providerId="ADAL" clId="{EBA9306C-6C45-5DAC-99E7-6E7E6D7431F6}" dt="2026-04-14T21:22:31.237" v="535" actId="478"/>
          <ac:spMkLst>
            <pc:docMk/>
            <pc:sldMk cId="1001756932" sldId="2147309743"/>
            <ac:spMk id="10" creationId="{5B8B891A-37E1-65BD-D62E-607A7452AF66}"/>
          </ac:spMkLst>
        </pc:spChg>
        <pc:spChg chg="del">
          <ac:chgData name="Gaurav Mahna" userId="0761b8e9-9da5-4f1b-88e2-204fc9624ede" providerId="ADAL" clId="{EBA9306C-6C45-5DAC-99E7-6E7E6D7431F6}" dt="2026-04-14T21:22:29.479" v="534" actId="478"/>
          <ac:spMkLst>
            <pc:docMk/>
            <pc:sldMk cId="1001756932" sldId="2147309743"/>
            <ac:spMk id="11" creationId="{CC3D0BCD-3D0B-3D02-0115-B61BBFBB7FC0}"/>
          </ac:spMkLst>
        </pc:spChg>
        <pc:spChg chg="add mod">
          <ac:chgData name="Gaurav Mahna" userId="0761b8e9-9da5-4f1b-88e2-204fc9624ede" providerId="ADAL" clId="{EBA9306C-6C45-5DAC-99E7-6E7E6D7431F6}" dt="2026-04-14T21:23:49.871" v="560" actId="14100"/>
          <ac:spMkLst>
            <pc:docMk/>
            <pc:sldMk cId="1001756932" sldId="2147309743"/>
            <ac:spMk id="12" creationId="{5B823A3A-C669-42CE-AA06-95DF3D0DD914}"/>
          </ac:spMkLst>
        </pc:spChg>
        <pc:spChg chg="mod">
          <ac:chgData name="Gaurav Mahna" userId="0761b8e9-9da5-4f1b-88e2-204fc9624ede" providerId="ADAL" clId="{EBA9306C-6C45-5DAC-99E7-6E7E6D7431F6}" dt="2026-04-14T21:23:49.871" v="560" actId="14100"/>
          <ac:spMkLst>
            <pc:docMk/>
            <pc:sldMk cId="1001756932" sldId="2147309743"/>
            <ac:spMk id="13" creationId="{9E1FE371-CE01-8F39-60CF-DE8D78FC8702}"/>
          </ac:spMkLst>
        </pc:spChg>
        <pc:spChg chg="add 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14" creationId="{A293D232-C39E-D2B7-B30B-5761CEF02B4A}"/>
          </ac:spMkLst>
        </pc:spChg>
        <pc:spChg chg="add 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15" creationId="{B0C08B79-39C9-0937-AF10-C27078378C39}"/>
          </ac:spMkLst>
        </pc:spChg>
        <pc:spChg chg="add mod">
          <ac:chgData name="Gaurav Mahna" userId="0761b8e9-9da5-4f1b-88e2-204fc9624ede" providerId="ADAL" clId="{EBA9306C-6C45-5DAC-99E7-6E7E6D7431F6}" dt="2026-04-14T21:25:20.062" v="576" actId="2711"/>
          <ac:spMkLst>
            <pc:docMk/>
            <pc:sldMk cId="1001756932" sldId="2147309743"/>
            <ac:spMk id="16" creationId="{5707339B-20C8-575F-06E2-7FE877F08A61}"/>
          </ac:spMkLst>
        </pc:spChg>
        <pc:spChg chg="add mod">
          <ac:chgData name="Gaurav Mahna" userId="0761b8e9-9da5-4f1b-88e2-204fc9624ede" providerId="ADAL" clId="{EBA9306C-6C45-5DAC-99E7-6E7E6D7431F6}" dt="2026-04-14T21:25:20.062" v="576" actId="2711"/>
          <ac:spMkLst>
            <pc:docMk/>
            <pc:sldMk cId="1001756932" sldId="2147309743"/>
            <ac:spMk id="17" creationId="{AD67498C-B871-A0A6-2B5F-DF1A1690435F}"/>
          </ac:spMkLst>
        </pc:spChg>
        <pc:spChg chg="add 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18" creationId="{B3DB4F1B-89EA-BAE9-21CF-7C2524FFBCA3}"/>
          </ac:spMkLst>
        </pc:spChg>
        <pc:spChg chg="mod">
          <ac:chgData name="Gaurav Mahna" userId="0761b8e9-9da5-4f1b-88e2-204fc9624ede" providerId="ADAL" clId="{EBA9306C-6C45-5DAC-99E7-6E7E6D7431F6}" dt="2026-04-14T21:25:45.181" v="582" actId="1036"/>
          <ac:spMkLst>
            <pc:docMk/>
            <pc:sldMk cId="1001756932" sldId="2147309743"/>
            <ac:spMk id="19" creationId="{5DCEFA10-59E9-A607-405D-873E6EBB3473}"/>
          </ac:spMkLst>
        </pc:spChg>
        <pc:spChg chg="mod">
          <ac:chgData name="Gaurav Mahna" userId="0761b8e9-9da5-4f1b-88e2-204fc9624ede" providerId="ADAL" clId="{EBA9306C-6C45-5DAC-99E7-6E7E6D7431F6}" dt="2026-04-14T21:27:36.528" v="633" actId="113"/>
          <ac:spMkLst>
            <pc:docMk/>
            <pc:sldMk cId="1001756932" sldId="2147309743"/>
            <ac:spMk id="20" creationId="{C9CD9069-F4F6-AD4B-D5B7-0833AF702D1D}"/>
          </ac:spMkLst>
        </pc:spChg>
        <pc:spChg chg="add del mod ord">
          <ac:chgData name="Gaurav Mahna" userId="0761b8e9-9da5-4f1b-88e2-204fc9624ede" providerId="ADAL" clId="{EBA9306C-6C45-5DAC-99E7-6E7E6D7431F6}" dt="2026-04-14T21:25:08.037" v="575" actId="478"/>
          <ac:spMkLst>
            <pc:docMk/>
            <pc:sldMk cId="1001756932" sldId="2147309743"/>
            <ac:spMk id="21" creationId="{3DBD1CDF-CAB1-19B2-01A5-6AC483D346F0}"/>
          </ac:spMkLst>
        </pc:spChg>
        <pc:spChg chg="add del mod ord">
          <ac:chgData name="Gaurav Mahna" userId="0761b8e9-9da5-4f1b-88e2-204fc9624ede" providerId="ADAL" clId="{EBA9306C-6C45-5DAC-99E7-6E7E6D7431F6}" dt="2026-04-14T21:25:05.017" v="574" actId="478"/>
          <ac:spMkLst>
            <pc:docMk/>
            <pc:sldMk cId="1001756932" sldId="2147309743"/>
            <ac:spMk id="22" creationId="{C4649210-A731-C06E-404F-CC8E76738539}"/>
          </ac:spMkLst>
        </pc:spChg>
      </pc:sldChg>
      <pc:sldChg chg="addSp delSp modSp add mod chgLayout">
        <pc:chgData name="Gaurav Mahna" userId="0761b8e9-9da5-4f1b-88e2-204fc9624ede" providerId="ADAL" clId="{EBA9306C-6C45-5DAC-99E7-6E7E6D7431F6}" dt="2026-04-14T21:35:15.433" v="817" actId="113"/>
        <pc:sldMkLst>
          <pc:docMk/>
          <pc:sldMk cId="1778642995" sldId="2147309744"/>
        </pc:sldMkLst>
        <pc:spChg chg="del mod">
          <ac:chgData name="Gaurav Mahna" userId="0761b8e9-9da5-4f1b-88e2-204fc9624ede" providerId="ADAL" clId="{EBA9306C-6C45-5DAC-99E7-6E7E6D7431F6}" dt="2026-04-14T21:30:01.293" v="668" actId="478"/>
          <ac:spMkLst>
            <pc:docMk/>
            <pc:sldMk cId="1778642995" sldId="2147309744"/>
            <ac:spMk id="2" creationId="{9DA7729A-41E2-DC64-4244-F4D38F38E3F4}"/>
          </ac:spMkLst>
        </pc:spChg>
        <pc:spChg chg="del">
          <ac:chgData name="Gaurav Mahna" userId="0761b8e9-9da5-4f1b-88e2-204fc9624ede" providerId="ADAL" clId="{EBA9306C-6C45-5DAC-99E7-6E7E6D7431F6}" dt="2026-04-14T21:30:04.326" v="669" actId="478"/>
          <ac:spMkLst>
            <pc:docMk/>
            <pc:sldMk cId="1778642995" sldId="2147309744"/>
            <ac:spMk id="3" creationId="{F3BBC7E2-4E2A-3832-3032-FEBF9F057771}"/>
          </ac:spMkLst>
        </pc:spChg>
        <pc:spChg chg="del">
          <ac:chgData name="Gaurav Mahna" userId="0761b8e9-9da5-4f1b-88e2-204fc9624ede" providerId="ADAL" clId="{EBA9306C-6C45-5DAC-99E7-6E7E6D7431F6}" dt="2026-04-14T21:30:24.388" v="704" actId="478"/>
          <ac:spMkLst>
            <pc:docMk/>
            <pc:sldMk cId="1778642995" sldId="2147309744"/>
            <ac:spMk id="4" creationId="{7A06FE1A-C277-D117-7321-3930F531EC3F}"/>
          </ac:spMkLst>
        </pc:spChg>
        <pc:spChg chg="del mod">
          <ac:chgData name="Gaurav Mahna" userId="0761b8e9-9da5-4f1b-88e2-204fc9624ede" providerId="ADAL" clId="{EBA9306C-6C45-5DAC-99E7-6E7E6D7431F6}" dt="2026-04-14T21:30:37.016" v="707" actId="478"/>
          <ac:spMkLst>
            <pc:docMk/>
            <pc:sldMk cId="1778642995" sldId="2147309744"/>
            <ac:spMk id="5" creationId="{D06EA5A2-322F-541B-CBB5-47F1A44E8D0C}"/>
          </ac:spMkLst>
        </pc:spChg>
        <pc:spChg chg="add mod ord">
          <ac:chgData name="Gaurav Mahna" userId="0761b8e9-9da5-4f1b-88e2-204fc9624ede" providerId="ADAL" clId="{EBA9306C-6C45-5DAC-99E7-6E7E6D7431F6}" dt="2026-04-14T21:30:50.714" v="723" actId="20577"/>
          <ac:spMkLst>
            <pc:docMk/>
            <pc:sldMk cId="1778642995" sldId="2147309744"/>
            <ac:spMk id="6" creationId="{9033AD8E-5321-B29B-B873-619D95E37FA9}"/>
          </ac:spMkLst>
        </pc:spChg>
        <pc:spChg chg="mod ord">
          <ac:chgData name="Gaurav Mahna" userId="0761b8e9-9da5-4f1b-88e2-204fc9624ede" providerId="ADAL" clId="{EBA9306C-6C45-5DAC-99E7-6E7E6D7431F6}" dt="2026-04-14T21:29:53.276" v="665" actId="700"/>
          <ac:spMkLst>
            <pc:docMk/>
            <pc:sldMk cId="1778642995" sldId="2147309744"/>
            <ac:spMk id="7" creationId="{37E844B5-38C0-872D-B584-2592281F4738}"/>
          </ac:spMkLst>
        </pc:spChg>
        <pc:spChg chg="add mod ord">
          <ac:chgData name="Gaurav Mahna" userId="0761b8e9-9da5-4f1b-88e2-204fc9624ede" providerId="ADAL" clId="{EBA9306C-6C45-5DAC-99E7-6E7E6D7431F6}" dt="2026-04-14T21:30:45.033" v="709" actId="113"/>
          <ac:spMkLst>
            <pc:docMk/>
            <pc:sldMk cId="1778642995" sldId="2147309744"/>
            <ac:spMk id="8" creationId="{4CAD8E3D-267E-32DA-B97C-80FE3845F88B}"/>
          </ac:spMkLst>
        </pc:spChg>
        <pc:spChg chg="add mod ord">
          <ac:chgData name="Gaurav Mahna" userId="0761b8e9-9da5-4f1b-88e2-204fc9624ede" providerId="ADAL" clId="{EBA9306C-6C45-5DAC-99E7-6E7E6D7431F6}" dt="2026-04-14T21:31:31.430" v="734" actId="20577"/>
          <ac:spMkLst>
            <pc:docMk/>
            <pc:sldMk cId="1778642995" sldId="2147309744"/>
            <ac:spMk id="9" creationId="{86EF5A82-D6D2-4008-3F6B-9D0FBE8ED2E8}"/>
          </ac:spMkLst>
        </pc:spChg>
        <pc:spChg chg="add mod ord">
          <ac:chgData name="Gaurav Mahna" userId="0761b8e9-9da5-4f1b-88e2-204fc9624ede" providerId="ADAL" clId="{EBA9306C-6C45-5DAC-99E7-6E7E6D7431F6}" dt="2026-04-14T21:32:25.863" v="759" actId="20577"/>
          <ac:spMkLst>
            <pc:docMk/>
            <pc:sldMk cId="1778642995" sldId="2147309744"/>
            <ac:spMk id="10" creationId="{0681DB2D-6F69-A607-D63A-B8A1B2E3B02E}"/>
          </ac:spMkLst>
        </pc:spChg>
        <pc:spChg chg="del">
          <ac:chgData name="Gaurav Mahna" userId="0761b8e9-9da5-4f1b-88e2-204fc9624ede" providerId="ADAL" clId="{EBA9306C-6C45-5DAC-99E7-6E7E6D7431F6}" dt="2026-04-14T21:30:57.539" v="724" actId="478"/>
          <ac:spMkLst>
            <pc:docMk/>
            <pc:sldMk cId="1778642995" sldId="2147309744"/>
            <ac:spMk id="12" creationId="{66BCA094-1CCD-5FA3-437C-FAA5EFE49A66}"/>
          </ac:spMkLst>
        </pc:spChg>
        <pc:spChg chg="del">
          <ac:chgData name="Gaurav Mahna" userId="0761b8e9-9da5-4f1b-88e2-204fc9624ede" providerId="ADAL" clId="{EBA9306C-6C45-5DAC-99E7-6E7E6D7431F6}" dt="2026-04-14T21:31:00.277" v="726" actId="478"/>
          <ac:spMkLst>
            <pc:docMk/>
            <pc:sldMk cId="1778642995" sldId="2147309744"/>
            <ac:spMk id="13" creationId="{307687C0-216A-0D88-F3B8-8740972BC666}"/>
          </ac:spMkLst>
        </pc:spChg>
        <pc:spChg chg="del">
          <ac:chgData name="Gaurav Mahna" userId="0761b8e9-9da5-4f1b-88e2-204fc9624ede" providerId="ADAL" clId="{EBA9306C-6C45-5DAC-99E7-6E7E6D7431F6}" dt="2026-04-14T21:31:14.470" v="729" actId="478"/>
          <ac:spMkLst>
            <pc:docMk/>
            <pc:sldMk cId="1778642995" sldId="2147309744"/>
            <ac:spMk id="14" creationId="{983B16C2-F085-C9F0-AD8A-6D5D45D474BF}"/>
          </ac:spMkLst>
        </pc:spChg>
        <pc:spChg chg="del mod">
          <ac:chgData name="Gaurav Mahna" userId="0761b8e9-9da5-4f1b-88e2-204fc9624ede" providerId="ADAL" clId="{EBA9306C-6C45-5DAC-99E7-6E7E6D7431F6}" dt="2026-04-14T21:31:36.463" v="735" actId="478"/>
          <ac:spMkLst>
            <pc:docMk/>
            <pc:sldMk cId="1778642995" sldId="2147309744"/>
            <ac:spMk id="15" creationId="{09053656-6DB4-F35D-37D2-17B4D6842DBE}"/>
          </ac:spMkLst>
        </pc:spChg>
        <pc:spChg chg="del">
          <ac:chgData name="Gaurav Mahna" userId="0761b8e9-9da5-4f1b-88e2-204fc9624ede" providerId="ADAL" clId="{EBA9306C-6C45-5DAC-99E7-6E7E6D7431F6}" dt="2026-04-14T21:30:58.541" v="725" actId="478"/>
          <ac:spMkLst>
            <pc:docMk/>
            <pc:sldMk cId="1778642995" sldId="2147309744"/>
            <ac:spMk id="16" creationId="{13CB36A0-B6AC-5AC0-6B00-9937EE360FC5}"/>
          </ac:spMkLst>
        </pc:spChg>
        <pc:spChg chg="del">
          <ac:chgData name="Gaurav Mahna" userId="0761b8e9-9da5-4f1b-88e2-204fc9624ede" providerId="ADAL" clId="{EBA9306C-6C45-5DAC-99E7-6E7E6D7431F6}" dt="2026-04-14T21:31:01.111" v="727" actId="478"/>
          <ac:spMkLst>
            <pc:docMk/>
            <pc:sldMk cId="1778642995" sldId="2147309744"/>
            <ac:spMk id="17" creationId="{FBE35FDF-15A6-5620-7BD3-9EC1CDECC34B}"/>
          </ac:spMkLst>
        </pc:spChg>
        <pc:spChg chg="del">
          <ac:chgData name="Gaurav Mahna" userId="0761b8e9-9da5-4f1b-88e2-204fc9624ede" providerId="ADAL" clId="{EBA9306C-6C45-5DAC-99E7-6E7E6D7431F6}" dt="2026-04-14T21:31:48.426" v="738" actId="478"/>
          <ac:spMkLst>
            <pc:docMk/>
            <pc:sldMk cId="1778642995" sldId="2147309744"/>
            <ac:spMk id="18" creationId="{760C255E-F65D-288B-ED48-37E5124AB2AE}"/>
          </ac:spMkLst>
        </pc:spChg>
        <pc:spChg chg="del mod">
          <ac:chgData name="Gaurav Mahna" userId="0761b8e9-9da5-4f1b-88e2-204fc9624ede" providerId="ADAL" clId="{EBA9306C-6C45-5DAC-99E7-6E7E6D7431F6}" dt="2026-04-14T21:32:29.913" v="760" actId="478"/>
          <ac:spMkLst>
            <pc:docMk/>
            <pc:sldMk cId="1778642995" sldId="2147309744"/>
            <ac:spMk id="19" creationId="{573D0BC0-B90D-AD6A-75AB-52DAFAA4B86F}"/>
          </ac:spMkLst>
        </pc:spChg>
        <pc:spChg chg="mod">
          <ac:chgData name="Gaurav Mahna" userId="0761b8e9-9da5-4f1b-88e2-204fc9624ede" providerId="ADAL" clId="{EBA9306C-6C45-5DAC-99E7-6E7E6D7431F6}" dt="2026-04-14T21:35:15.433" v="817" actId="113"/>
          <ac:spMkLst>
            <pc:docMk/>
            <pc:sldMk cId="1778642995" sldId="2147309744"/>
            <ac:spMk id="20" creationId="{E808D89E-372C-D3EB-12AE-666C2CCE6A76}"/>
          </ac:spMkLst>
        </pc:spChg>
      </pc:sldChg>
      <pc:sldMasterChg chg="addSp mod">
        <pc:chgData name="Gaurav Mahna" userId="0761b8e9-9da5-4f1b-88e2-204fc9624ede" providerId="ADAL" clId="{EBA9306C-6C45-5DAC-99E7-6E7E6D7431F6}" dt="2026-04-02T10:38:24.317" v="2" actId="33475"/>
        <pc:sldMasterMkLst>
          <pc:docMk/>
          <pc:sldMasterMk cId="3632300099" sldId="2147483741"/>
        </pc:sldMasterMkLst>
        <pc:spChg chg="add">
          <ac:chgData name="Gaurav Mahna" userId="0761b8e9-9da5-4f1b-88e2-204fc9624ede" providerId="ADAL" clId="{EBA9306C-6C45-5DAC-99E7-6E7E6D7431F6}" dt="2026-04-02T10:38:24.317" v="2" actId="33475"/>
          <ac:spMkLst>
            <pc:docMk/>
            <pc:sldMasterMk cId="3632300099" sldId="2147483741"/>
            <ac:spMk id="6" creationId="{05803822-C48D-38A3-FAB0-C60D5F556158}"/>
          </ac:spMkLst>
        </pc:spChg>
        <pc:spChg chg="add">
          <ac:chgData name="Gaurav Mahna" userId="0761b8e9-9da5-4f1b-88e2-204fc9624ede" providerId="ADAL" clId="{EBA9306C-6C45-5DAC-99E7-6E7E6D7431F6}" dt="2026-04-02T10:38:24.317" v="2" actId="33475"/>
          <ac:spMkLst>
            <pc:docMk/>
            <pc:sldMasterMk cId="3632300099" sldId="2147483741"/>
            <ac:spMk id="7" creationId="{6BF1F366-B4D8-4B45-A1B8-2ABAD4DDD1AD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4/15/26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4/15/26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11639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0A73E4-FDAD-4BCF-9E19-6D2C0FB66C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3" y="17147"/>
            <a:ext cx="12186473" cy="6857999"/>
          </a:xfrm>
          <a:prstGeom prst="rect">
            <a:avLst/>
          </a:prstGeom>
        </p:spPr>
      </p:pic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41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6D6FFA39-C5A8-964A-B2FE-D6F8EB7E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7315-8D61-4C6A-B9C0-F07567A04C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1175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7CAD67-FAD1-46CA-BDA2-0A0141647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7001-FB5A-4601-97ED-F7B118AEEF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561F1-3666-4956-BFDC-75350F744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022C-732A-4A28-8D73-4FE28C0CA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22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53E58D20-1E4E-43E2-88A3-52402E9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7862753" y="25409"/>
            <a:ext cx="4326976" cy="2552429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59C6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245C91-10B8-42A5-9343-B8007DFEA4E7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09173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949CA5-2485-4141-9906-B0461B413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575"/>
            <a:ext cx="12192000" cy="6842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9AFC00-69CF-44CA-94C0-E5DCFD1265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42" t="27131"/>
          <a:stretch/>
        </p:blipFill>
        <p:spPr>
          <a:xfrm>
            <a:off x="10281037" y="1860604"/>
            <a:ext cx="1908199" cy="4997395"/>
          </a:xfrm>
          <a:prstGeom prst="rect">
            <a:avLst/>
          </a:prstGeom>
        </p:spPr>
      </p:pic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9A3F19-D066-6F35-446B-366C20981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4014"/>
            <a:ext cx="12192000" cy="177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7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1AB5E956-2EDB-D344-BA59-AB352F62D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199"/>
            <a:ext cx="10671175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68516-E3E0-4F22-9EB7-1A85E1D3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FE7D-30FF-45E2-9F8B-D073887C33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A7F3B8-F794-4AF5-B07B-32A3084A6A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7290E2-8EA8-4572-BB48-C180072017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91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4937DF73-DD65-ED42-A070-3D57E267C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59826-0B3C-4973-B5FA-B18F68758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1B51-6B36-47A4-903E-93C057BB06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7F1A-871E-41E8-ADDC-EC649B1827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DE06-0B0B-4818-81DB-FDBB019FF7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84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28C366F9-78A6-F740-87C8-B4D59AEB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58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662519-4941-4045-9F0E-DBC7AD6CC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807CE-245D-4F0E-ACCB-E3FE7584A0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C87038-F332-48C5-BA1A-25E9350762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BF160E-FC2C-48A7-921B-3472529A1B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91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DCCF0BD7-85D3-194F-9793-E38DD2B8F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0D675-D1C2-4EC5-AC43-361941EA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D1004-DEA1-4BAF-97C2-F49A471F4E4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C943-7B6D-4881-926B-CD58E0F2AC1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63952-CC43-4F63-8DDF-47B0F45128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8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B017591D-9CE6-7446-94B7-8CEEEAF69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0902A-4CDA-482D-90DF-ECACF193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4DB8-9644-4581-BEED-809BCD3EA9C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0DBBB3-F562-4D09-B7E5-45C9C98CE1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C14E1F-DA7F-492C-AFEB-BC17569A90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2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6D31D0E4-AF4F-A542-A6E3-8EBAA9F1B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814CE-3331-469B-8BE8-853F42A0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26386-047A-407D-BEE4-BF9BC2C4C09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A8344-82CB-496F-8690-72CF339725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BA4F-FCB4-4B89-BEA0-1B33D86D6DE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21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6F66DACA-117A-D443-A12C-B547719E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67A894-8EF4-484B-BF49-DF2E9F970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22C40-A387-420C-B07A-9F6BE08313A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50E71C-CB99-4BD4-8252-ED7D062329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33CF2B-9E35-4547-8232-5DE4CC57C30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60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A646CDE3-61DE-5F4A-A6EA-E5FECEFF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07F0167-116B-4B46-AC07-0CF33541B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3207C4-681D-4388-B80E-EE2FA349AF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B1D7-DB39-4B87-83A2-C41A68F7435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1DB1E-E699-4B1A-BFD3-5F9D0BCDB86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2DF93-F6AF-4392-A308-BFC8349686D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03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8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B0AED4-660C-4741-9A22-50FB3CA4AB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6095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2836A0A9-B46B-8E44-BD88-E6FFEC5F9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A59691D8-12D1-8E4C-8346-D9FD6743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F5A0DB-77B7-43EC-848A-C3EEA5F4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928A2-36B1-4B61-82B8-0724A988B96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365B2-9A7D-4291-A052-A65B0C767BB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CBF8-87F2-4E8D-9C05-48F5D29D5D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48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Tag">
            <a:extLst>
              <a:ext uri="{FF2B5EF4-FFF2-40B4-BE49-F238E27FC236}">
                <a16:creationId xmlns:a16="http://schemas.microsoft.com/office/drawing/2014/main" id="{1CFFF60E-C73F-41DD-B4B9-8792F4C0D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1" name="Cloud">
            <a:extLst>
              <a:ext uri="{FF2B5EF4-FFF2-40B4-BE49-F238E27FC236}">
                <a16:creationId xmlns:a16="http://schemas.microsoft.com/office/drawing/2014/main" id="{A2A0E6A0-6580-9B4E-8437-9949DBFB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CACB-46C4-4A42-8159-4ABC00F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D7B6-E930-4B73-845F-9926217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91DFD-B788-4684-96F9-4DD2102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762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05859F96-E4B3-8747-B027-10CA6EDB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95A570-6FAE-4393-89B0-E6BA7AC6B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92EEA-DB03-4E8E-B6AB-1122F317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5D96-D6C9-4E8C-9D41-A28C7CED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D253-6DDA-4486-89F6-5D573286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97BE15-34DD-4012-A0FA-C0BA2A219E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80" r="21582"/>
          <a:stretch/>
        </p:blipFill>
        <p:spPr>
          <a:xfrm>
            <a:off x="-2764" y="1"/>
            <a:ext cx="12192000" cy="6857999"/>
          </a:xfrm>
          <a:prstGeom prst="rect">
            <a:avLst/>
          </a:prstGeom>
        </p:spPr>
      </p:pic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32E55DA0-E059-4B04-93B0-51FABAA7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4"/>
          <a:stretch/>
        </p:blipFill>
        <p:spPr>
          <a:xfrm>
            <a:off x="10613985" y="0"/>
            <a:ext cx="1575251" cy="6858000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79EFD51-680E-4FE2-8559-05B9F37CDB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1" r="23162" b="11871"/>
          <a:stretch/>
        </p:blipFill>
        <p:spPr>
          <a:xfrm flipH="1">
            <a:off x="0" y="-11575"/>
            <a:ext cx="12192000" cy="68695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C91B06B-6E2E-4907-A5B6-7A430B719E8A}"/>
              </a:ext>
            </a:extLst>
          </p:cNvPr>
          <p:cNvSpPr/>
          <p:nvPr userDrawn="1"/>
        </p:nvSpPr>
        <p:spPr>
          <a:xfrm>
            <a:off x="-2764" y="-11575"/>
            <a:ext cx="12192000" cy="6869574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7C0159FF-95A8-4D65-9964-71D1E013C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4"/>
          <a:stretch/>
        </p:blipFill>
        <p:spPr>
          <a:xfrm>
            <a:off x="10613985" y="0"/>
            <a:ext cx="157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0C21E1-E41B-4DBC-8F7A-3DF4FF230B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31"/>
          <a:stretch/>
        </p:blipFill>
        <p:spPr>
          <a:xfrm>
            <a:off x="9782" y="17904"/>
            <a:ext cx="12189234" cy="6857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FD2590-D4D7-4C7A-902B-D1E6F96859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7" r="60384" b="4892"/>
          <a:stretch/>
        </p:blipFill>
        <p:spPr>
          <a:xfrm flipH="1">
            <a:off x="9669773" y="1915757"/>
            <a:ext cx="2522227" cy="4950593"/>
          </a:xfrm>
          <a:prstGeom prst="rect">
            <a:avLst/>
          </a:prstGeom>
        </p:spPr>
      </p:pic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8AAA90D-C3EE-440B-ABFA-DBC3C5545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913E1A-CBCB-499B-8642-C2285B6BCC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0" t="2285" b="41128"/>
          <a:stretch/>
        </p:blipFill>
        <p:spPr>
          <a:xfrm>
            <a:off x="0" y="5181729"/>
            <a:ext cx="12192000" cy="1676271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57585065-A729-4AD0-8D83-F01046F18A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46" t="-174" r="6571"/>
          <a:stretch/>
        </p:blipFill>
        <p:spPr>
          <a:xfrm>
            <a:off x="9281362" y="0"/>
            <a:ext cx="291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7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93BCC98D-F462-9844-9660-2EA01F13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9E3D4-8DE9-4EE7-AF46-396CA0361B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BD9F-CF7B-4739-A09B-21C74EE3D7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26A2-CE99-456C-A450-2DC676458C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22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/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Metr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B54DF6-D8D9-3E4B-A5D4-8DB1B36A2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/>
          <a:stretch/>
        </p:blipFill>
        <p:spPr>
          <a:xfrm>
            <a:off x="6096000" y="0"/>
            <a:ext cx="6096348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E8A7F756-6885-FD4D-8CAC-01911AF9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A6D6F1-EBC4-4335-819B-433720EB17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85287" cy="2415700"/>
          </a:xfrm>
        </p:spPr>
        <p:txBody>
          <a:bodyPr anchor="b" anchorCtr="0"/>
          <a:lstStyle>
            <a:lvl1pPr>
              <a:defRPr sz="8000" b="1">
                <a:solidFill>
                  <a:srgbClr val="759C6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8375C-46BC-48EA-9DFC-3DF06967D7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DF6E-494A-4D98-888D-68B724E48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2851-E9BE-4691-AE94-635936A667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40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B6F3C-673A-2C4F-BDD8-A174DA9D4B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C6ADE0F8-03AA-E84C-A08A-799EE14D7C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F2B49-8199-43EF-9C31-2EE3E227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A680-202A-4EB8-8426-F81FE6C1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B772-BB21-406A-A2FE-5A714746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60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14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712D2-1637-4940-A323-42EBA61AD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A956C-AFD4-4D95-9304-BB81E2E1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82E6-C6D7-4588-8CDE-8BB252C5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6286E-40B3-4954-877E-F88E219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D5B665-2B39-6645-BF1F-C5F9BD830A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CFD62-A920-45CB-9691-083BA564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8371-BFE0-4C4C-9EC8-651A5979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47787-CD64-4386-A100-73FB94F8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02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47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12D05-859A-4FDE-924B-FB9169621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BB3CE-1E42-4557-A754-EAB09439D6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77525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798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B9AC92-58C2-B14E-81EA-F40548FD4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798" y="0"/>
            <a:ext cx="7315201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AA2A5D2-AD0A-4DBD-927A-96DC377BC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EB6C0-1F5B-4135-8E18-A04A68550D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2B3ED-CF2C-4067-92C1-D268C952FB0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E0BF7F-49D0-4680-97A6-57F3353BC73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D3ACE9-71BB-462A-B503-22DE7B536BD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85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Data Texture Image">
            <a:extLst>
              <a:ext uri="{FF2B5EF4-FFF2-40B4-BE49-F238E27FC236}">
                <a16:creationId xmlns:a16="http://schemas.microsoft.com/office/drawing/2014/main" id="{B04AAB1E-3886-45C0-9EE7-ABD1360D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  <a:ln>
            <a:noFill/>
          </a:ln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Data Textur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ata Texture Image">
            <a:extLst>
              <a:ext uri="{FF2B5EF4-FFF2-40B4-BE49-F238E27FC236}">
                <a16:creationId xmlns:a16="http://schemas.microsoft.com/office/drawing/2014/main" id="{8A6273FB-BF91-403E-A6FD-7515A6D8B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Quote">
            <a:extLst>
              <a:ext uri="{FF2B5EF4-FFF2-40B4-BE49-F238E27FC236}">
                <a16:creationId xmlns:a16="http://schemas.microsoft.com/office/drawing/2014/main" id="{70860AE5-51F4-4600-B7C5-0FFE1F5EE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22040" cy="1963350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F70D2C9-2534-48AA-9A8A-D82D5A31B2F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26C9C3-D9C8-4222-B161-D7AF97BC1F4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C126A-0D05-424A-A6C2-80119CEAE618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D685BD-0D80-40FF-88C3-58BBDF890F03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300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E7972264-22BA-4EDF-A0AC-13C683A7D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8728" y="2435027"/>
            <a:ext cx="6051272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85816" y="4983135"/>
            <a:ext cx="6051272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85816" y="5320728"/>
            <a:ext cx="6051272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0D7B12AA-E756-4885-BD64-8DBE9AAC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09CBC8C-115F-4556-A4E2-129D0E230A87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3D1FF3-649D-46E2-9FDF-D1A77643F22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CAD6-29C8-4422-A48D-D8830936B44F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2E353-DA56-4DDC-BA6A-8DBF5B35499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F77D-AAE1-49E0-8C46-83975B4AC82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119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79EFD51-680E-4FE2-8559-05B9F37CDB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1" r="61509" b="11871"/>
          <a:stretch/>
        </p:blipFill>
        <p:spPr>
          <a:xfrm flipH="1">
            <a:off x="6084540" y="-11575"/>
            <a:ext cx="6107459" cy="68695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C91B06B-6E2E-4907-A5B6-7A430B719E8A}"/>
              </a:ext>
            </a:extLst>
          </p:cNvPr>
          <p:cNvSpPr/>
          <p:nvPr userDrawn="1"/>
        </p:nvSpPr>
        <p:spPr>
          <a:xfrm>
            <a:off x="6077665" y="0"/>
            <a:ext cx="6107460" cy="6881150"/>
          </a:xfrm>
          <a:prstGeom prst="rect">
            <a:avLst/>
          </a:prstGeom>
          <a:solidFill>
            <a:srgbClr val="312D2A">
              <a:alpha val="45000"/>
            </a:srgbClr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CFBFA"/>
              </a:solidFill>
              <a:effectLst/>
              <a:uLnTx/>
              <a:uFillTx/>
              <a:latin typeface="Oracle Sans Tab"/>
              <a:ea typeface="+mn-ea"/>
              <a:cs typeface="+mn-cs"/>
            </a:endParaRPr>
          </a:p>
        </p:txBody>
      </p:sp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7C0159FF-95A8-4D65-9964-71D1E013C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4"/>
          <a:stretch/>
        </p:blipFill>
        <p:spPr>
          <a:xfrm>
            <a:off x="10613985" y="0"/>
            <a:ext cx="1575251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i">
            <a:extLst>
              <a:ext uri="{FF2B5EF4-FFF2-40B4-BE49-F238E27FC236}">
                <a16:creationId xmlns:a16="http://schemas.microsoft.com/office/drawing/2014/main" id="{1F390879-C7C7-4224-97BB-1C165BFB5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3973"/>
            <a:ext cx="5029200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DF9E-BB65-47CA-AE22-65479E3B2B11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FAC2-A591-4775-8C17-E779B858098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E80B-FDBC-4834-99C6-9621F96B9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97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racle Logo" descr="Oracle Logo">
            <a:extLst>
              <a:ext uri="{FF2B5EF4-FFF2-40B4-BE49-F238E27FC236}">
                <a16:creationId xmlns:a16="http://schemas.microsoft.com/office/drawing/2014/main" id="{11C3E469-1A28-4EAE-BB94-ADAB90F021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invGray">
          <a:xfrm>
            <a:off x="3647854" y="2915192"/>
            <a:ext cx="4896292" cy="1027617"/>
          </a:xfrm>
          <a:prstGeom prst="rect">
            <a:avLst/>
          </a:prstGeom>
        </p:spPr>
      </p:pic>
      <p:pic>
        <p:nvPicPr>
          <p:cNvPr id="3" name="OTag">
            <a:extLst>
              <a:ext uri="{FF2B5EF4-FFF2-40B4-BE49-F238E27FC236}">
                <a16:creationId xmlns:a16="http://schemas.microsoft.com/office/drawing/2014/main" id="{D41E7D90-EFED-4319-B620-7C6158CC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 userDrawn="1"/>
        </p:nvSpPr>
        <p:spPr>
          <a:xfrm>
            <a:off x="768876" y="1828800"/>
            <a:ext cx="6053328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 dirty="0"/>
              <a:t>Our mission is to help people see data in new ways, discover insights,</a:t>
            </a:r>
            <a:br>
              <a:rPr lang="en-US" dirty="0"/>
            </a:br>
            <a:r>
              <a:rPr lang="en-US" dirty="0"/>
              <a:t>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3FCF3-AE26-4DE7-A6C3-3940B3E78E3F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4259241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ark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3FCF3-AE26-4DE7-A6C3-3940B3E78E3F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76C56-F003-A3B9-6CBA-F49881A1C4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95012"/>
            <a:ext cx="12192000" cy="177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0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2021, Oracle and/or its affiliates  |  Confidential: Internal</a:t>
            </a:r>
            <a:endParaRPr lang="en-US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03822-C48D-38A3-FAB0-C60D5F5561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1F366-B4D8-4B45-A1B8-2ABAD4DDD1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917" r:id="rId2"/>
    <p:sldLayoutId id="2147483976" r:id="rId3"/>
    <p:sldLayoutId id="2147483928" r:id="rId4"/>
    <p:sldLayoutId id="2147483893" r:id="rId5"/>
    <p:sldLayoutId id="2147483774" r:id="rId6"/>
    <p:sldLayoutId id="2147483978" r:id="rId7"/>
    <p:sldLayoutId id="2147483977" r:id="rId8"/>
    <p:sldLayoutId id="2147483919" r:id="rId9"/>
    <p:sldLayoutId id="2147483922" r:id="rId10"/>
    <p:sldLayoutId id="2147483929" r:id="rId11"/>
    <p:sldLayoutId id="2147483920" r:id="rId12"/>
    <p:sldLayoutId id="2147483930" r:id="rId13"/>
    <p:sldLayoutId id="2147483931" r:id="rId14"/>
    <p:sldLayoutId id="2147483932" r:id="rId15"/>
    <p:sldLayoutId id="2147483936" r:id="rId16"/>
    <p:sldLayoutId id="2147483937" r:id="rId17"/>
    <p:sldLayoutId id="2147483933" r:id="rId18"/>
    <p:sldLayoutId id="2147483935" r:id="rId19"/>
    <p:sldLayoutId id="2147483938" r:id="rId20"/>
    <p:sldLayoutId id="2147483939" r:id="rId21"/>
    <p:sldLayoutId id="2147483761" r:id="rId22"/>
    <p:sldLayoutId id="2147483940" r:id="rId23"/>
    <p:sldLayoutId id="2147483969" r:id="rId24"/>
    <p:sldLayoutId id="2147483970" r:id="rId25"/>
    <p:sldLayoutId id="2147483974" r:id="rId26"/>
    <p:sldLayoutId id="2147483975" r:id="rId27"/>
    <p:sldLayoutId id="2147483781" r:id="rId28"/>
    <p:sldLayoutId id="2147483941" r:id="rId29"/>
    <p:sldLayoutId id="2147483756" r:id="rId30"/>
    <p:sldLayoutId id="2147483914" r:id="rId31"/>
    <p:sldLayoutId id="2147483754" r:id="rId32"/>
    <p:sldLayoutId id="2147483915" r:id="rId33"/>
    <p:sldLayoutId id="2147483778" r:id="rId34"/>
    <p:sldLayoutId id="2147483982" r:id="rId35"/>
    <p:sldLayoutId id="2147483981" r:id="rId36"/>
    <p:sldLayoutId id="2147483980" r:id="rId37"/>
    <p:sldLayoutId id="2147483979" r:id="rId38"/>
    <p:sldLayoutId id="2147483916" r:id="rId39"/>
    <p:sldLayoutId id="2147483762" r:id="rId40"/>
    <p:sldLayoutId id="2147483942" r:id="rId41"/>
    <p:sldLayoutId id="2147483766" r:id="rId42"/>
    <p:sldLayoutId id="2147483894" r:id="rId43"/>
    <p:sldLayoutId id="2147483769" r:id="rId44"/>
    <p:sldLayoutId id="2147483895" r:id="rId45"/>
    <p:sldLayoutId id="2147483768" r:id="rId46"/>
    <p:sldLayoutId id="2147483897" r:id="rId47"/>
    <p:sldLayoutId id="2147483898" r:id="rId48"/>
    <p:sldLayoutId id="2147483905" r:id="rId49"/>
    <p:sldLayoutId id="2147483749" r:id="rId50"/>
    <p:sldLayoutId id="2147483908" r:id="rId51"/>
    <p:sldLayoutId id="2147483751" r:id="rId52"/>
    <p:sldLayoutId id="2147483945" r:id="rId53"/>
    <p:sldLayoutId id="2147483752" r:id="rId54"/>
    <p:sldLayoutId id="2147483912" r:id="rId55"/>
    <p:sldLayoutId id="2147483763" r:id="rId56"/>
    <p:sldLayoutId id="2147483943" r:id="rId57"/>
    <p:sldLayoutId id="2147483744" r:id="rId58"/>
    <p:sldLayoutId id="2147483944" r:id="rId59"/>
    <p:sldLayoutId id="2147483742" r:id="rId60"/>
    <p:sldLayoutId id="2147483972" r:id="rId61"/>
    <p:sldLayoutId id="2147483973" r:id="rId62"/>
    <p:sldLayoutId id="2147483983" r:id="rId6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453B-EFD8-5FC7-03F7-1F4496657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Oracle Code Assist (OCA) Hackathon 2026</a:t>
            </a:r>
            <a:br>
              <a:rPr lang="en-IN" dirty="0"/>
            </a:br>
            <a:r>
              <a:rPr lang="en-IN" sz="2000" b="1" dirty="0"/>
              <a:t>Oracle CSS Innovation Studios</a:t>
            </a:r>
            <a:br>
              <a:rPr lang="en-IN" dirty="0"/>
            </a:b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741E0-095C-971C-BEC9-2C522F0E1F0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Idea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DE8AA-FF01-4C66-0848-8E6BE2545B4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Team Name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1E3D4-4D3A-F4EE-8086-666E7370E2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Team Members Names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BF67F-F48F-2F13-71BB-1602C5DE94DA}"/>
              </a:ext>
            </a:extLst>
          </p:cNvPr>
          <p:cNvSpPr txBox="1"/>
          <p:nvPr/>
        </p:nvSpPr>
        <p:spPr>
          <a:xfrm>
            <a:off x="9622972" y="174563"/>
            <a:ext cx="2677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(Submission Template)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4AB37BF-F6D4-C5FF-0EBC-E71D1A476985}"/>
              </a:ext>
            </a:extLst>
          </p:cNvPr>
          <p:cNvSpPr txBox="1">
            <a:spLocks/>
          </p:cNvSpPr>
          <p:nvPr/>
        </p:nvSpPr>
        <p:spPr>
          <a:xfrm>
            <a:off x="1018030" y="3932102"/>
            <a:ext cx="3755569" cy="26629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Oracle Sans Tab" panose="020B0503020204020204" pitchFamily="34" charset="0"/>
              </a:defRPr>
            </a:lvl1pPr>
            <a:lvl2pPr marL="365760" marR="0" indent="-18288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Oracle Sans Tab" panose="020B0503020204020204" pitchFamily="34" charset="0"/>
              </a:defRPr>
            </a:lvl2pPr>
            <a:lvl3pPr marL="547688" marR="0" indent="-182563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Oracle Sans Tab Light" panose="020B0403020204020204" pitchFamily="34" charset="0"/>
                <a:ea typeface="+mn-ea"/>
                <a:cs typeface="Oracle Sans Tab Light" panose="020B0403020204020204" pitchFamily="34" charset="0"/>
              </a:defRPr>
            </a:lvl3pPr>
            <a:lvl4pPr marL="730250" marR="0" indent="-182563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Oracle Sans Tab Light" panose="020B0403020204020204" pitchFamily="34" charset="0"/>
                <a:ea typeface="+mn-ea"/>
                <a:cs typeface="Oracle Sans Tab Light" panose="020B0403020204020204" pitchFamily="34" charset="0"/>
              </a:defRPr>
            </a:lvl4pPr>
            <a:lvl5pPr marL="91440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Oracle Sans Tab Light" panose="020B0403020204020204" pitchFamily="34" charset="0"/>
                <a:ea typeface="+mn-ea"/>
                <a:cs typeface="Oracle Sans Tab Light" panose="020B0403020204020204" pitchFamily="34" charset="0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rgbClr val="AE562C"/>
                </a:solidFill>
              </a:rPr>
              <a:t>Submission Category:</a:t>
            </a:r>
          </a:p>
        </p:txBody>
      </p:sp>
    </p:spTree>
    <p:extLst>
      <p:ext uri="{BB962C8B-B14F-4D97-AF65-F5344CB8AC3E}">
        <p14:creationId xmlns:p14="http://schemas.microsoft.com/office/powerpoint/2010/main" val="276577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AB0048F-1B5A-6567-9824-36E5FAE5EC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Brief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C38EA8-9123-4F3C-15A0-29446CA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Idea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12C7E3-8700-0761-6D88-982FB11AFF9A}"/>
              </a:ext>
            </a:extLst>
          </p:cNvPr>
          <p:cNvSpPr/>
          <p:nvPr/>
        </p:nvSpPr>
        <p:spPr>
          <a:xfrm>
            <a:off x="271347" y="1692508"/>
            <a:ext cx="7444154" cy="2043722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bg1">
                <a:lumMod val="9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Problem Statement: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&lt;Describe the problem you are addressing (focus on the top 3 or 4 items)&gt;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1FFC2-D1D7-EEE4-5BB5-D42E6D3FDF3B}"/>
              </a:ext>
            </a:extLst>
          </p:cNvPr>
          <p:cNvSpPr/>
          <p:nvPr/>
        </p:nvSpPr>
        <p:spPr>
          <a:xfrm>
            <a:off x="271347" y="3901712"/>
            <a:ext cx="7444154" cy="2323214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bg1">
                <a:lumMod val="9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Solution – Digital Worker: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&lt;Describe your proposed solution to the problem statement&gt;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FAF0C-F4F0-C4B0-8F2C-E4B185FB919A}"/>
              </a:ext>
            </a:extLst>
          </p:cNvPr>
          <p:cNvSpPr/>
          <p:nvPr/>
        </p:nvSpPr>
        <p:spPr>
          <a:xfrm>
            <a:off x="7840546" y="3901712"/>
            <a:ext cx="3515114" cy="2323214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bg1">
                <a:lumMod val="9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Expected Outcomes or Improvements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&lt;Impact&gt;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D9BF8A-826F-B2CA-6452-84C67A642710}"/>
              </a:ext>
            </a:extLst>
          </p:cNvPr>
          <p:cNvSpPr/>
          <p:nvPr/>
        </p:nvSpPr>
        <p:spPr>
          <a:xfrm>
            <a:off x="7840546" y="1689267"/>
            <a:ext cx="3515114" cy="2046963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bg1">
                <a:lumMod val="9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Who face this problem ?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&lt;Users&gt;</a:t>
            </a:r>
          </a:p>
        </p:txBody>
      </p:sp>
    </p:spTree>
    <p:extLst>
      <p:ext uri="{BB962C8B-B14F-4D97-AF65-F5344CB8AC3E}">
        <p14:creationId xmlns:p14="http://schemas.microsoft.com/office/powerpoint/2010/main" val="71930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BB91-2ABF-1439-18AC-BD02C492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FB4A373-EDC5-61C1-94FB-365E8BFD58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Brief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C839AE-FAD4-F026-C7AC-18F44F005A1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1400" dirty="0"/>
              <a:t>&lt;Should Includes below details&gt;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is your Digital Worker?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tasks does it assist with or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workflow does it improve?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Where is human review included?</a:t>
            </a:r>
          </a:p>
          <a:p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4549D3C-5B76-F70B-A666-799C528EDD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1D67A4-630A-B09D-9EC1-BED58ACB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Worker</a:t>
            </a: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62B6B28-FF74-2ED9-CAE2-31D991FCC101}"/>
              </a:ext>
            </a:extLst>
          </p:cNvPr>
          <p:cNvSpPr/>
          <p:nvPr/>
        </p:nvSpPr>
        <p:spPr>
          <a:xfrm>
            <a:off x="766763" y="3122022"/>
            <a:ext cx="5239974" cy="1097280"/>
          </a:xfrm>
          <a:prstGeom prst="roundRect">
            <a:avLst>
              <a:gd name="adj" fmla="val 4167"/>
            </a:avLst>
          </a:prstGeom>
          <a:solidFill>
            <a:srgbClr val="FFF8EC"/>
          </a:solidFill>
          <a:ln w="12700">
            <a:solidFill>
              <a:srgbClr val="F3B24A"/>
            </a:solidFill>
            <a:prstDash val="solid"/>
          </a:ln>
        </p:spPr>
        <p:txBody>
          <a:bodyPr/>
          <a:lstStyle/>
          <a:p>
            <a:r>
              <a:rPr lang="en-US" dirty="0"/>
              <a:t>Tip: </a:t>
            </a:r>
          </a:p>
          <a:p>
            <a:r>
              <a:rPr lang="en-US" dirty="0"/>
              <a:t>Keep this slide business-focused, clear, and low on technical detail.</a:t>
            </a:r>
          </a:p>
          <a:p>
            <a:endParaRPr lang="en-US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6AFD1346-022B-D5EA-808B-C184F9B37E86}"/>
              </a:ext>
            </a:extLst>
          </p:cNvPr>
          <p:cNvSpPr/>
          <p:nvPr/>
        </p:nvSpPr>
        <p:spPr>
          <a:xfrm>
            <a:off x="6246223" y="13455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722"/>
                </a:solidFill>
              </a:rPr>
              <a:t>Digital Worker Flow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1368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452138A-C018-89E4-30C2-94AFD2BE82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024235"/>
            <a:ext cx="11004884" cy="330540"/>
          </a:xfrm>
        </p:spPr>
        <p:txBody>
          <a:bodyPr/>
          <a:lstStyle/>
          <a:p>
            <a:r>
              <a:rPr lang="en-US" dirty="0"/>
              <a:t>Show the high-level architecture, tech stack, and how Oracle Code Assist accelerated the build.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0B9106-960E-221A-F2F5-E524C05F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D4EC5-0B71-5C48-FC8B-5DC87FA3A3CD}"/>
              </a:ext>
            </a:extLst>
          </p:cNvPr>
          <p:cNvSpPr txBox="1"/>
          <p:nvPr/>
        </p:nvSpPr>
        <p:spPr>
          <a:xfrm>
            <a:off x="1128274" y="3451303"/>
            <a:ext cx="9237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&lt;document your proposed architecture here&gt;</a:t>
            </a:r>
          </a:p>
        </p:txBody>
      </p:sp>
    </p:spTree>
    <p:extLst>
      <p:ext uri="{BB962C8B-B14F-4D97-AF65-F5344CB8AC3E}">
        <p14:creationId xmlns:p14="http://schemas.microsoft.com/office/powerpoint/2010/main" val="286650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B73A035-07E8-5BF9-1C7F-515A220F9E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This “Digital Worker” Works ?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C0289D-CD2B-8C62-53D5-2FE1953311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&lt;Describe how personas/roles would use your “Digital Worker”.  In other words, after the solution is built, who would use it, how they would use it and where the benefits are.&gt;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&lt;Go beyond the high level description and go into details, prompts / Oracle Code Assist usage </a:t>
            </a:r>
            <a:r>
              <a:rPr lang="en-US" dirty="0" err="1"/>
              <a:t>etc</a:t>
            </a:r>
            <a:r>
              <a:rPr lang="en-US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&lt;Take time to describe this as it gives the judges insight into the quality of your proposal&gt;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&lt;Single, clear, compelling message that states why you are different and worth paying attention&gt;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FB5E47-2DFE-B7C9-5BDC-A64C03EC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Info</a:t>
            </a:r>
          </a:p>
        </p:txBody>
      </p:sp>
    </p:spTree>
    <p:extLst>
      <p:ext uri="{BB962C8B-B14F-4D97-AF65-F5344CB8AC3E}">
        <p14:creationId xmlns:p14="http://schemas.microsoft.com/office/powerpoint/2010/main" val="425997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1967-C318-4113-FB28-598F3E15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33AD8E-5321-B29B-B873-619D95E37F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Digital Worker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AD8E3D-267E-32DA-B97C-80FE3845F8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Business impact</a:t>
            </a:r>
          </a:p>
          <a:p>
            <a:endParaRPr lang="en-US" dirty="0"/>
          </a:p>
          <a:p>
            <a:r>
              <a:rPr lang="en-US" sz="1400" dirty="0"/>
              <a:t>How does the solution improve productivity, quality, customer outcomes, or decision support?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EF5A82-D6D2-4008-3F6B-9D0FBE8ED2E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121722"/>
                </a:solidFill>
              </a:rPr>
              <a:t>Responsible AI</a:t>
            </a:r>
            <a:endParaRPr lang="en-US" dirty="0"/>
          </a:p>
          <a:p>
            <a:endParaRPr lang="en-US" sz="1400" dirty="0"/>
          </a:p>
          <a:p>
            <a:r>
              <a:rPr lang="en-US" sz="1400" dirty="0"/>
              <a:t>Highlight human in the loop, safe data usage, transparency, and output validation.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681DB2D-6F69-A607-D63A-B8A1B2E3B02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121722"/>
                </a:solidFill>
              </a:rPr>
              <a:t>Demo summary</a:t>
            </a:r>
          </a:p>
          <a:p>
            <a:endParaRPr lang="en-US" sz="1400" dirty="0"/>
          </a:p>
          <a:p>
            <a:r>
              <a:rPr lang="en-US" sz="1400" dirty="0"/>
              <a:t>State what the 2–3 minute video demonstrates and why the Digital worker stands out.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E844B5-38C0-872D-B584-2592281F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E808D89E-372C-D3EB-12AE-666C2CCE6A76}"/>
              </a:ext>
            </a:extLst>
          </p:cNvPr>
          <p:cNvSpPr/>
          <p:nvPr/>
        </p:nvSpPr>
        <p:spPr>
          <a:xfrm>
            <a:off x="705619" y="6245828"/>
            <a:ext cx="8412480" cy="249297"/>
          </a:xfrm>
          <a:prstGeom prst="rect">
            <a:avLst/>
          </a:prstGeom>
          <a:solidFill>
            <a:srgbClr val="FFF8EC"/>
          </a:solidFill>
          <a:ln w="12700">
            <a:solidFill>
              <a:srgbClr val="F3B24A"/>
            </a:solidFill>
            <a:prstDash val="solid"/>
          </a:ln>
        </p:spPr>
        <p:txBody>
          <a:bodyPr/>
          <a:lstStyle/>
          <a:p>
            <a:r>
              <a:rPr lang="en-US" sz="1200" b="1" dirty="0"/>
              <a:t>Closing tip: </a:t>
            </a:r>
            <a:r>
              <a:rPr lang="en-US" sz="1200" dirty="0"/>
              <a:t>End with a confident statement on why your Digital Worker matters and the value it can create.</a:t>
            </a:r>
          </a:p>
        </p:txBody>
      </p:sp>
    </p:spTree>
    <p:extLst>
      <p:ext uri="{BB962C8B-B14F-4D97-AF65-F5344CB8AC3E}">
        <p14:creationId xmlns:p14="http://schemas.microsoft.com/office/powerpoint/2010/main" val="177864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racle Logo" descr="Oracle Logo">
            <a:extLst>
              <a:ext uri="{FF2B5EF4-FFF2-40B4-BE49-F238E27FC236}">
                <a16:creationId xmlns:a16="http://schemas.microsoft.com/office/drawing/2014/main" id="{797601EC-5EF3-34EB-7C97-65D4B75C5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invGray">
          <a:xfrm>
            <a:off x="3647854" y="2915191"/>
            <a:ext cx="4896292" cy="10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0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1" id="{EF6C5F29-0AF7-4B46-9B74-2C0A3C108051}" vid="{C555554A-CF15-4990-AA8D-E6993BB95CE2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ppt/theme/themeOverride2.xml><?xml version="1.0" encoding="utf-8"?>
<a:themeOverride xmlns:a="http://schemas.openxmlformats.org/drawingml/2006/main">
  <a:clrScheme name="Oracle Redwood 08-2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00688C"/>
    </a:hlink>
    <a:folHlink>
      <a:srgbClr val="00688C"/>
    </a:folHlink>
  </a:clrScheme>
</a:themeOverrid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</TotalTime>
  <Words>345</Words>
  <Application>Microsoft Macintosh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Oracle Sans Light</vt:lpstr>
      <vt:lpstr>Oracle Sans Tab</vt:lpstr>
      <vt:lpstr>Oracle Sans Tab Light</vt:lpstr>
      <vt:lpstr>System Font Regular</vt:lpstr>
      <vt:lpstr>Parent Master Pillars</vt:lpstr>
      <vt:lpstr>Oracle Code Assist (OCA) Hackathon 2026 Oracle CSS Innovation Studios </vt:lpstr>
      <vt:lpstr>Business Idea</vt:lpstr>
      <vt:lpstr>Digital Worker</vt:lpstr>
      <vt:lpstr>Architecture</vt:lpstr>
      <vt:lpstr>Additional Info</vt:lpstr>
      <vt:lpstr>Summary</vt:lpstr>
      <vt:lpstr>PowerPoint Presentation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FY23 Oracle Cloud Lift Services</dc:title>
  <dc:creator>Jason Tsang</dc:creator>
  <cp:lastModifiedBy>Gaurav Mahna</cp:lastModifiedBy>
  <cp:revision>67</cp:revision>
  <dcterms:created xsi:type="dcterms:W3CDTF">2022-08-31T02:19:04Z</dcterms:created>
  <dcterms:modified xsi:type="dcterms:W3CDTF">2026-04-14T21:35:21Z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Parent Master Pillars:7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Parent Master Pillars:6</vt:lpwstr>
  </property>
  <property fmtid="{D5CDD505-2E9C-101B-9397-08002B2CF9AE}" pid="8" name="ClassificationContentMarkingHeaderText">
    <vt:lpwstr>Confidential - Oracle Restricted \Employees Only</vt:lpwstr>
  </property>
</Properties>
</file>